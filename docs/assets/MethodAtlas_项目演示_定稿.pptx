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b6319cdb24293" /><Relationship Type="http://schemas.openxmlformats.org/officeDocument/2006/relationships/extended-properties" Target="/docProps/app.xml" Id="R4e08b77d641c4d24" /><Relationship Type="http://schemas.openxmlformats.org/officeDocument/2006/relationships/officeDocument" Target="/ppt/presentation.xml" Id="R34270bfcdf3e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484513cfc4812"/>
  </p:sldMasterIdLst>
  <p:notesMasterIdLst>
    <p:notesMasterId xmlns:r="http://schemas.openxmlformats.org/officeDocument/2006/relationships" r:id="Rddcaae780cc647e5"/>
  </p:notesMasterIdLst>
  <p:sldIdLst>
    <p:sldId xmlns:r="http://schemas.openxmlformats.org/officeDocument/2006/relationships" id="256" r:id="Re2606e0e84b949b6"/>
    <p:sldId xmlns:r="http://schemas.openxmlformats.org/officeDocument/2006/relationships" id="257" r:id="R1a34b4f7b99a4aa5"/>
    <p:sldId xmlns:r="http://schemas.openxmlformats.org/officeDocument/2006/relationships" id="258" r:id="Rd3a60aadba25443e"/>
    <p:sldId xmlns:r="http://schemas.openxmlformats.org/officeDocument/2006/relationships" id="259" r:id="Rcc7f3a44b8af4328"/>
    <p:sldId xmlns:r="http://schemas.openxmlformats.org/officeDocument/2006/relationships" id="260" r:id="Ra8efb7247ea64e7a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cc71e0d304701" /><Relationship Type="http://schemas.openxmlformats.org/officeDocument/2006/relationships/slideMaster" Target="/ppt/slideMasters/slideMaster1.xml" Id="R994484513cfc4812" /><Relationship Type="http://schemas.openxmlformats.org/officeDocument/2006/relationships/notesMaster" Target="/ppt/notesMasters/notesMaster1.xml" Id="Rddcaae780cc647e5" /><Relationship Type="http://schemas.openxmlformats.org/officeDocument/2006/relationships/presProps" Target="/ppt/presProps.xml" Id="R98b3c08f97b54510" /><Relationship Type="http://schemas.openxmlformats.org/officeDocument/2006/relationships/tableStyles" Target="/ppt/tableStyles.xml" Id="R278fa9c8647b4439" /><Relationship Type="http://schemas.openxmlformats.org/officeDocument/2006/relationships/slide" Target="/ppt/slides/slide1.xml" Id="Re2606e0e84b949b6" /><Relationship Type="http://schemas.openxmlformats.org/officeDocument/2006/relationships/slide" Target="/ppt/slides/slide2.xml" Id="R1a34b4f7b99a4aa5" /><Relationship Type="http://schemas.openxmlformats.org/officeDocument/2006/relationships/slide" Target="/ppt/slides/slide3.xml" Id="Rd3a60aadba25443e" /><Relationship Type="http://schemas.openxmlformats.org/officeDocument/2006/relationships/slide" Target="/ppt/slides/slide4.xml" Id="Rcc7f3a44b8af4328" /><Relationship Type="http://schemas.openxmlformats.org/officeDocument/2006/relationships/slide" Target="/ppt/slides/slide5.xml" Id="Ra8efb7247ea6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0f96e9c1b54a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8ecfd95b9c48de" /><Relationship Type="http://schemas.openxmlformats.org/officeDocument/2006/relationships/notesMaster" Target="/ppt/notesMasters/notesMaster1.xml" Id="Rf8deb9e43383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edb7af2674a32" /><Relationship Type="http://schemas.openxmlformats.org/officeDocument/2006/relationships/notesMaster" Target="/ppt/notesMasters/notesMaster1.xml" Id="R58ea447bc388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95cf256e34403" /><Relationship Type="http://schemas.openxmlformats.org/officeDocument/2006/relationships/notesMaster" Target="/ppt/notesMasters/notesMaster1.xml" Id="R6bcc42e4914b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e41978ef84f85" /><Relationship Type="http://schemas.openxmlformats.org/officeDocument/2006/relationships/notesMaster" Target="/ppt/notesMasters/notesMaster1.xml" Id="Rec3e0c2c0acc49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52d4a293f451d" /><Relationship Type="http://schemas.openxmlformats.org/officeDocument/2006/relationships/notesMaster" Target="/ppt/notesMasters/notesMaster1.xml" Id="Rc7c5c6bb573a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ea9c9ca36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50b9770e8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68a2a8d8b49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08cfce4db42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cdcda843945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28a57873c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C4E9FD-C832-4812-A19B-2F300C7E7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07D1F8-983B-42CD-81F7-038AB1007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C01609-B7BA-47D1-BB6B-173647865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F14A1-14F2-44E0-8977-1D37C9C2C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300A33-BC9A-4090-B1E4-FCF193295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9AAF09-E517-4149-A6B3-666D2C890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7A9025-651F-40C4-A73E-5D04A5BE6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9958A6-311B-4497-8CD8-5D164EFCF3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912D8-A7F2-4EA1-A142-8555642D0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011509-4DF8-4101-A5CA-7891989CB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5ec7083a04dd6" /><Relationship Type="http://schemas.openxmlformats.org/officeDocument/2006/relationships/slideLayout" Target="/ppt/slideLayouts/slideLayout1.xml" Id="R0e2cc96612014f60" /><Relationship Type="http://schemas.openxmlformats.org/officeDocument/2006/relationships/slideLayout" Target="/ppt/slideLayouts/slideLayout2.xml" Id="R47058b7ba19c4ebc" /><Relationship Type="http://schemas.openxmlformats.org/officeDocument/2006/relationships/slideLayout" Target="/ppt/slideLayouts/slideLayout3.xml" Id="R8f553bb262d24635" /><Relationship Type="http://schemas.openxmlformats.org/officeDocument/2006/relationships/slideLayout" Target="/ppt/slideLayouts/slideLayout4.xml" Id="R14d42ebd248a44ed" /><Relationship Type="http://schemas.openxmlformats.org/officeDocument/2006/relationships/slideLayout" Target="/ppt/slideLayouts/slideLayout5.xml" Id="R7f7b57f6738e4548" /><Relationship Type="http://schemas.openxmlformats.org/officeDocument/2006/relationships/slideLayout" Target="/ppt/slideLayouts/slideLayout6.xml" Id="Rd4857d2f2500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cc96612014f60"/>
    <p:sldLayoutId xmlns:r="http://schemas.openxmlformats.org/officeDocument/2006/relationships" id="2147483650" r:id="R47058b7ba19c4ebc"/>
    <p:sldLayoutId xmlns:r="http://schemas.openxmlformats.org/officeDocument/2006/relationships" id="2147483651" r:id="R8f553bb262d24635"/>
    <p:sldLayoutId xmlns:r="http://schemas.openxmlformats.org/officeDocument/2006/relationships" id="2147483652" r:id="R14d42ebd248a44ed"/>
    <p:sldLayoutId xmlns:r="http://schemas.openxmlformats.org/officeDocument/2006/relationships" id="2147483653" r:id="R7f7b57f6738e4548"/>
    <p:sldLayoutId xmlns:r="http://schemas.openxmlformats.org/officeDocument/2006/relationships" id="2147483654" r:id="Rd4857d2f2500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f8acd1ffd4569" /><Relationship Type="http://schemas.openxmlformats.org/officeDocument/2006/relationships/image" Target="/ppt/media/image.png" Id="R62f167c56a864a2c" /><Relationship Type="http://schemas.openxmlformats.org/officeDocument/2006/relationships/image" Target="/ppt/media/image2.png" Id="Ra2e5a585a6644e6d" /><Relationship Type="http://schemas.openxmlformats.org/officeDocument/2006/relationships/image" Target="/ppt/media/image.svg" Id="R29923585a6554740" /><Relationship Type="http://schemas.openxmlformats.org/officeDocument/2006/relationships/notesSlide" Target="/ppt/notesSlides/notesSlide1.xml" Id="R8a18087f9e6245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4f0014be84bce" /><Relationship Type="http://schemas.openxmlformats.org/officeDocument/2006/relationships/image" Target="/ppt/media/image3.png" Id="R25cc6de10a254193" /><Relationship Type="http://schemas.openxmlformats.org/officeDocument/2006/relationships/image" Target="/ppt/media/image4.png" Id="R7dd577f75dc64ca8" /><Relationship Type="http://schemas.openxmlformats.org/officeDocument/2006/relationships/image" Target="/ppt/media/image2.svg" Id="R48243898a1c44e43" /><Relationship Type="http://schemas.openxmlformats.org/officeDocument/2006/relationships/notesSlide" Target="/ppt/notesSlides/notesSlide2.xml" Id="R93148ad23e21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b9fc67ec04850" /><Relationship Type="http://schemas.openxmlformats.org/officeDocument/2006/relationships/image" Target="/ppt/media/image5.png" Id="R4869ca9c1ebd453c" /><Relationship Type="http://schemas.openxmlformats.org/officeDocument/2006/relationships/image" Target="/ppt/media/image6.png" Id="R45f1b3f74789405c" /><Relationship Type="http://schemas.openxmlformats.org/officeDocument/2006/relationships/image" Target="/ppt/media/image3.svg" Id="R284ab244fb40491b" /><Relationship Type="http://schemas.openxmlformats.org/officeDocument/2006/relationships/notesSlide" Target="/ppt/notesSlides/notesSlide3.xml" Id="R7e91a3f3026942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1501d85c7474d" /><Relationship Type="http://schemas.openxmlformats.org/officeDocument/2006/relationships/image" Target="/ppt/media/image7.png" Id="Rd4a36040a1e048d7" /><Relationship Type="http://schemas.openxmlformats.org/officeDocument/2006/relationships/image" Target="/ppt/media/image8.png" Id="R09ddf8723b0145ab" /><Relationship Type="http://schemas.openxmlformats.org/officeDocument/2006/relationships/image" Target="/ppt/media/image4.svg" Id="R265a65edfdd543c6" /><Relationship Type="http://schemas.openxmlformats.org/officeDocument/2006/relationships/notesSlide" Target="/ppt/notesSlides/notesSlide4.xml" Id="R02b17607276a4c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decec87544acc" /><Relationship Type="http://schemas.openxmlformats.org/officeDocument/2006/relationships/image" Target="/ppt/media/image9.png" Id="R72dc27234fee4176" /><Relationship Type="http://schemas.openxmlformats.org/officeDocument/2006/relationships/image" Target="/ppt/media/image10.png" Id="Rf3318453d9fe4527" /><Relationship Type="http://schemas.openxmlformats.org/officeDocument/2006/relationships/image" Target="/ppt/media/image5.svg" Id="Rb0daebd8977c4808" /><Relationship Type="http://schemas.openxmlformats.org/officeDocument/2006/relationships/notesSlide" Target="/ppt/notesSlides/notesSlide5.xml" Id="Rb1c5056d3abe4a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4500FC-6543-4650-BAC6-9C382F1BF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167c56a864a2c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text-background-0">
            <a:extLst xmlns:a="http://schemas.openxmlformats.org/drawingml/2006/main">
              <a:ext uri="{FF2B5EF4-FFF2-40B4-BE49-F238E27FC236}">
                <a16:creationId xmlns:a16="http://schemas.microsoft.com/office/drawing/2014/main" id="{02176216-F563-4DC6-8FBF-B22EF2F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"/>
            <a:ext cx="2771775" cy="1485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CFD"/>
              </a:gs>
              <a:gs pos="33333">
                <a:srgbClr val="FDFDFE"/>
              </a:gs>
              <a:gs pos="50000">
                <a:srgbClr val="FBFBFD"/>
              </a:gs>
              <a:gs pos="66667">
                <a:srgbClr val="FAFB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background-1">
            <a:extLst xmlns:a="http://schemas.openxmlformats.org/drawingml/2006/main">
              <a:ext uri="{FF2B5EF4-FFF2-40B4-BE49-F238E27FC236}">
                <a16:creationId xmlns:a16="http://schemas.microsoft.com/office/drawing/2014/main" id="{F6251D43-11B5-4DF9-ADF4-59AD0C3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2425"/>
            <a:ext cx="4276725" cy="1466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EFE"/>
              </a:gs>
              <a:gs pos="33333">
                <a:srgbClr val="FEFEFE"/>
              </a:gs>
              <a:gs pos="50000">
                <a:srgbClr val="FDFDFE"/>
              </a:gs>
              <a:gs pos="66667">
                <a:srgbClr val="FCFCFE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text-background-2">
            <a:extLst xmlns:a="http://schemas.openxmlformats.org/drawingml/2006/main">
              <a:ext uri="{FF2B5EF4-FFF2-40B4-BE49-F238E27FC236}">
                <a16:creationId xmlns:a16="http://schemas.microsoft.com/office/drawing/2014/main" id="{B7B4159F-0F7B-4B94-AB54-765C7BEC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855345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E"/>
              </a:gs>
              <a:gs pos="33333">
                <a:srgbClr val="FBFCFD"/>
              </a:gs>
              <a:gs pos="50000">
                <a:srgbClr val="FCFCFE"/>
              </a:gs>
              <a:gs pos="66667">
                <a:srgbClr val="FDFDFE"/>
              </a:gs>
              <a:gs pos="83333">
                <a:srgbClr val="FCFC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5" name="text-background-3">
            <a:extLst xmlns:a="http://schemas.openxmlformats.org/drawingml/2006/main">
              <a:ext uri="{FF2B5EF4-FFF2-40B4-BE49-F238E27FC236}">
                <a16:creationId xmlns:a16="http://schemas.microsoft.com/office/drawing/2014/main" id="{378323F5-3981-4831-934A-716D6455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05100"/>
            <a:ext cx="4705350" cy="4476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C"/>
              </a:gs>
              <a:gs pos="33333">
                <a:srgbClr val="FCFCFC"/>
              </a:gs>
              <a:gs pos="50000">
                <a:srgbClr val="FBFBFC"/>
              </a:gs>
              <a:gs pos="66667">
                <a:srgbClr val="FBFBFB"/>
              </a:gs>
              <a:gs pos="83333">
                <a:srgbClr val="FDFD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6" name="text-background-4">
            <a:extLst xmlns:a="http://schemas.openxmlformats.org/drawingml/2006/main">
              <a:ext uri="{FF2B5EF4-FFF2-40B4-BE49-F238E27FC236}">
                <a16:creationId xmlns:a16="http://schemas.microsoft.com/office/drawing/2014/main" id="{3A7A5656-555E-4865-8EBA-0DE6FCFE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76600"/>
            <a:ext cx="1152525" cy="3714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E"/>
              </a:gs>
              <a:gs pos="33333">
                <a:srgbClr val="FAFBFD"/>
              </a:gs>
              <a:gs pos="50000">
                <a:srgbClr val="FAFBFD"/>
              </a:gs>
              <a:gs pos="66667">
                <a:srgbClr val="F9FAFD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7" name="text-background-5">
            <a:extLst xmlns:a="http://schemas.openxmlformats.org/drawingml/2006/main">
              <a:ext uri="{FF2B5EF4-FFF2-40B4-BE49-F238E27FC236}">
                <a16:creationId xmlns:a16="http://schemas.microsoft.com/office/drawing/2014/main" id="{36E1E81A-8A12-4401-A0E8-CBDD6F6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609975"/>
            <a:ext cx="267652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D"/>
              </a:gs>
              <a:gs pos="33333">
                <a:srgbClr val="FCFCFC"/>
              </a:gs>
              <a:gs pos="50000">
                <a:srgbClr val="FCFCFD"/>
              </a:gs>
              <a:gs pos="66667">
                <a:srgbClr val="FCFDFD"/>
              </a:gs>
              <a:gs pos="83333">
                <a:srgbClr val="FEFEFE"/>
              </a:gs>
              <a:gs pos="100000">
                <a:srgbClr val="FD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" name="text-background-6">
            <a:extLst xmlns:a="http://schemas.openxmlformats.org/drawingml/2006/main">
              <a:ext uri="{FF2B5EF4-FFF2-40B4-BE49-F238E27FC236}">
                <a16:creationId xmlns:a16="http://schemas.microsoft.com/office/drawing/2014/main" id="{BB53291B-4C27-4307-9614-45C38CD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1428750" cy="361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BFBFD"/>
              </a:gs>
              <a:gs pos="33333">
                <a:srgbClr val="FDFDFE"/>
              </a:gs>
              <a:gs pos="50000">
                <a:srgbClr val="FCFCFD"/>
              </a:gs>
              <a:gs pos="66667">
                <a:srgbClr val="FDFDFE"/>
              </a:gs>
              <a:gs pos="83333">
                <a:srgbClr val="FCFCFC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text-background-7">
            <a:extLst xmlns:a="http://schemas.openxmlformats.org/drawingml/2006/main">
              <a:ext uri="{FF2B5EF4-FFF2-40B4-BE49-F238E27FC236}">
                <a16:creationId xmlns:a16="http://schemas.microsoft.com/office/drawing/2014/main" id="{921F681E-AA48-4E0B-B5B3-1D9394A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33775"/>
            <a:ext cx="290512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BFBFC"/>
              </a:gs>
              <a:gs pos="33333">
                <a:srgbClr val="FAFAFB"/>
              </a:gs>
              <a:gs pos="50000">
                <a:srgbClr val="F9F9FA"/>
              </a:gs>
              <a:gs pos="66667">
                <a:srgbClr val="FDFD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" name="text-background-8">
            <a:extLst xmlns:a="http://schemas.openxmlformats.org/drawingml/2006/main">
              <a:ext uri="{FF2B5EF4-FFF2-40B4-BE49-F238E27FC236}">
                <a16:creationId xmlns:a16="http://schemas.microsoft.com/office/drawing/2014/main" id="{0C7B19A8-B5D0-42EF-ACBE-8E121D4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762750"/>
            <a:ext cx="1276350" cy="3714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BFCFD"/>
              </a:gs>
              <a:gs pos="33333">
                <a:srgbClr val="F9FAFD"/>
              </a:gs>
              <a:gs pos="50000">
                <a:srgbClr val="F9FAFD"/>
              </a:gs>
              <a:gs pos="66667">
                <a:srgbClr val="FAFB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1" name="text-background-9">
            <a:extLst xmlns:a="http://schemas.openxmlformats.org/drawingml/2006/main">
              <a:ext uri="{FF2B5EF4-FFF2-40B4-BE49-F238E27FC236}">
                <a16:creationId xmlns:a16="http://schemas.microsoft.com/office/drawing/2014/main" id="{D732BC08-BEFE-463F-845D-71BA04A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105650"/>
            <a:ext cx="2533650" cy="3333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E"/>
              </a:gs>
              <a:gs pos="33333">
                <a:srgbClr val="FAFBFD"/>
              </a:gs>
              <a:gs pos="50000">
                <a:srgbClr val="F2F8FD"/>
              </a:gs>
              <a:gs pos="66667">
                <a:srgbClr val="EAF4FE"/>
              </a:gs>
              <a:gs pos="83333">
                <a:srgbClr val="E6F2FD"/>
              </a:gs>
              <a:gs pos="100000">
                <a:srgbClr val="D4E6FD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text-background-10">
            <a:extLst xmlns:a="http://schemas.openxmlformats.org/drawingml/2006/main">
              <a:ext uri="{FF2B5EF4-FFF2-40B4-BE49-F238E27FC236}">
                <a16:creationId xmlns:a16="http://schemas.microsoft.com/office/drawing/2014/main" id="{DC3E2793-85D9-480F-9837-F706C79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810375"/>
            <a:ext cx="1152525" cy="361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3F8FE"/>
              </a:gs>
              <a:gs pos="16667">
                <a:srgbClr val="F5F9FD"/>
              </a:gs>
              <a:gs pos="33333">
                <a:srgbClr val="F7FAFE"/>
              </a:gs>
              <a:gs pos="50000">
                <a:srgbClr val="F5F9FD"/>
              </a:gs>
              <a:gs pos="66667">
                <a:srgbClr val="F6F9FD"/>
              </a:gs>
              <a:gs pos="83333">
                <a:srgbClr val="FBFCFE"/>
              </a:gs>
              <a:gs pos="100000">
                <a:srgbClr val="FBFC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3" name="text-background-11">
            <a:extLst xmlns:a="http://schemas.openxmlformats.org/drawingml/2006/main">
              <a:ext uri="{FF2B5EF4-FFF2-40B4-BE49-F238E27FC236}">
                <a16:creationId xmlns:a16="http://schemas.microsoft.com/office/drawing/2014/main" id="{A305BB70-C823-4924-AF0F-E720F7D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134225"/>
            <a:ext cx="255270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CFD"/>
              </a:gs>
              <a:gs pos="33333">
                <a:srgbClr val="FAFDFE"/>
              </a:gs>
              <a:gs pos="50000">
                <a:srgbClr val="F6FAFE"/>
              </a:gs>
              <a:gs pos="66667">
                <a:srgbClr val="F2F8FD"/>
              </a:gs>
              <a:gs pos="83333">
                <a:srgbClr val="F2F8FD"/>
              </a:gs>
              <a:gs pos="100000">
                <a:srgbClr val="F3F9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4" name="text-background-12">
            <a:extLst xmlns:a="http://schemas.openxmlformats.org/drawingml/2006/main">
              <a:ext uri="{FF2B5EF4-FFF2-40B4-BE49-F238E27FC236}">
                <a16:creationId xmlns:a16="http://schemas.microsoft.com/office/drawing/2014/main" id="{FBD45407-4C23-4036-A1C5-64A47F4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924800"/>
            <a:ext cx="522922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9FCFE"/>
              </a:gs>
              <a:gs pos="16667">
                <a:srgbClr val="F9FBFE"/>
              </a:gs>
              <a:gs pos="33333">
                <a:srgbClr val="F8FAFD"/>
              </a:gs>
              <a:gs pos="50000">
                <a:srgbClr val="F8FAFD"/>
              </a:gs>
              <a:gs pos="66667">
                <a:srgbClr val="F8F9FD"/>
              </a:gs>
              <a:gs pos="83333">
                <a:srgbClr val="F9FBFD"/>
              </a:gs>
              <a:gs pos="100000">
                <a:srgbClr val="FD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5" name="title-0">
            <a:extLst xmlns:a="http://schemas.openxmlformats.org/drawingml/2006/main">
              <a:ext uri="{FF2B5EF4-FFF2-40B4-BE49-F238E27FC236}">
                <a16:creationId xmlns:a16="http://schemas.microsoft.com/office/drawing/2014/main" id="{603BC005-ECA3-47CC-AC1B-0B617B5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925"/>
            <a:ext cx="2724150" cy="1644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61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1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061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科研</a:t>
            </a:r>
          </a:p>
        </p:txBody>
      </p:sp>
      <p:sp>
        <p:nvSpPr>
          <p:cNvPr id="16" name="latin-title-1">
            <a:extLst xmlns:a="http://schemas.openxmlformats.org/drawingml/2006/main">
              <a:ext uri="{FF2B5EF4-FFF2-40B4-BE49-F238E27FC236}">
                <a16:creationId xmlns:a16="http://schemas.microsoft.com/office/drawing/2014/main" id="{F52C85A4-EB32-4C13-B3D7-6F5E607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00255"/>
            <a:ext cx="4229100" cy="1590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2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Arial Black"/>
                <a:ea typeface="Arial Black"/>
                <a:cs typeface="Arial Black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Arial Black"/>
                <a:ea typeface="Arial Black"/>
                <a:cs typeface="Arial Black"/>
              </a:defRPr>
            </a:pPr>
            <a:r>
              <a:rPr sz="102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Arial Black"/>
                <a:ea typeface="Arial Black"/>
                <a:cs typeface="Arial Black"/>
              </a:rPr>
              <a:t>Agent</a:t>
            </a:r>
          </a:p>
        </p:txBody>
      </p:sp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85F7BFB5-516A-42C0-88A0-3A61B4B4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8505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5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5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5563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你的问题，已经有了执行者</a:t>
            </a:r>
          </a:p>
        </p:txBody>
      </p:sp>
      <p:sp>
        <p:nvSpPr>
          <p:cNvPr id="18" name="subtitle-3">
            <a:extLst xmlns:a="http://schemas.openxmlformats.org/drawingml/2006/main">
              <a:ext uri="{FF2B5EF4-FFF2-40B4-BE49-F238E27FC236}">
                <a16:creationId xmlns:a16="http://schemas.microsoft.com/office/drawing/2014/main" id="{C9ED8A3D-6026-41E9-AC69-54AE9E9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600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调用工具，推进任务，交付成果</a:t>
            </a:r>
          </a:p>
        </p:txBody>
      </p:sp>
      <p:sp>
        <p:nvSpPr>
          <p:cNvPr id="19" name="label-4">
            <a:extLst xmlns:a="http://schemas.openxmlformats.org/drawingml/2006/main">
              <a:ext uri="{FF2B5EF4-FFF2-40B4-BE49-F238E27FC236}">
                <a16:creationId xmlns:a16="http://schemas.microsoft.com/office/drawing/2014/main" id="{03C6A6CF-CA55-4649-98BB-2DE34FAC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0400"/>
            <a:ext cx="1085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论文检索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ED1838B4-41BF-49EB-8F52-99ADE38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28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Agent 搜索，也可自行检索</a:t>
            </a:r>
          </a:p>
        </p:txBody>
      </p:sp>
      <p:sp>
        <p:nvSpPr>
          <p:cNvPr id="21" name="label-6">
            <a:extLst xmlns:a="http://schemas.openxmlformats.org/drawingml/2006/main">
              <a:ext uri="{FF2B5EF4-FFF2-40B4-BE49-F238E27FC236}">
                <a16:creationId xmlns:a16="http://schemas.microsoft.com/office/drawing/2014/main" id="{49892EB6-668D-4A7D-A85A-D3B3BA1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432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项目知识库</a:t>
            </a:r>
          </a:p>
        </p:txBody>
      </p:sp>
      <p:sp>
        <p:nvSpPr>
          <p:cNvPr id="22" name="body-7">
            <a:extLst xmlns:a="http://schemas.openxmlformats.org/drawingml/2006/main">
              <a:ext uri="{FF2B5EF4-FFF2-40B4-BE49-F238E27FC236}">
                <a16:creationId xmlns:a16="http://schemas.microsoft.com/office/drawing/2014/main" id="{4825DC6F-9150-4FB4-855C-D2DC2F48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47662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5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5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基于项目论文回答，关联原文依据</a:t>
            </a:r>
          </a:p>
        </p:txBody>
      </p:sp>
      <p:sp>
        <p:nvSpPr>
          <p:cNvPr id="23" name="label-8">
            <a:extLst xmlns:a="http://schemas.openxmlformats.org/drawingml/2006/main">
              <a:ext uri="{FF2B5EF4-FFF2-40B4-BE49-F238E27FC236}">
                <a16:creationId xmlns:a16="http://schemas.microsoft.com/office/drawing/2014/main" id="{C93356E9-5A91-4FCE-8558-2AE1DC8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6686550"/>
            <a:ext cx="1209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研究 Skill</a:t>
            </a:r>
          </a:p>
        </p:txBody>
      </p:sp>
      <p:sp>
        <p:nvSpPr>
          <p:cNvPr id="24" name="body-9">
            <a:extLst xmlns:a="http://schemas.openxmlformats.org/drawingml/2006/main">
              <a:ext uri="{FF2B5EF4-FFF2-40B4-BE49-F238E27FC236}">
                <a16:creationId xmlns:a16="http://schemas.microsoft.com/office/drawing/2014/main" id="{7C5D9452-CE45-4D2E-95AA-C7D5C50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7048500"/>
            <a:ext cx="2428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论文梳理、方法比较、实验规划</a:t>
            </a:r>
          </a:p>
        </p:txBody>
      </p:sp>
      <p:sp>
        <p:nvSpPr>
          <p:cNvPr id="25" name="label-10">
            <a:extLst xmlns:a="http://schemas.openxmlformats.org/drawingml/2006/main">
              <a:ext uri="{FF2B5EF4-FFF2-40B4-BE49-F238E27FC236}">
                <a16:creationId xmlns:a16="http://schemas.microsoft.com/office/drawing/2014/main" id="{362DD4F6-A0AB-4DA0-B171-E4E6F301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73417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081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成果交付</a:t>
            </a:r>
          </a:p>
        </p:txBody>
      </p:sp>
      <p:sp>
        <p:nvSpPr>
          <p:cNvPr id="26" name="body-11">
            <a:extLst xmlns:a="http://schemas.openxmlformats.org/drawingml/2006/main">
              <a:ext uri="{FF2B5EF4-FFF2-40B4-BE49-F238E27FC236}">
                <a16:creationId xmlns:a16="http://schemas.microsoft.com/office/drawing/2014/main" id="{97D1FC15-DBCB-469B-8013-DE68199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077075"/>
            <a:ext cx="244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生成文章和报告，直接下载</a:t>
            </a:r>
          </a:p>
        </p:txBody>
      </p:sp>
      <p:sp>
        <p:nvSpPr>
          <p:cNvPr id="27" name="label-12">
            <a:extLst xmlns:a="http://schemas.openxmlformats.org/drawingml/2006/main">
              <a:ext uri="{FF2B5EF4-FFF2-40B4-BE49-F238E27FC236}">
                <a16:creationId xmlns:a16="http://schemas.microsoft.com/office/drawing/2014/main" id="{10AAA561-5498-471E-A574-18D01AE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848600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1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311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从提出问题，到拿到可用成果</a:t>
            </a:r>
          </a:p>
        </p:txBody>
      </p:sp>
      <p:sp>
        <p:nvSpPr>
          <p:cNvPr id="28" name="brand-background">
            <a:extLst xmlns:a="http://schemas.openxmlformats.org/drawingml/2006/main">
              <a:ext uri="{FF2B5EF4-FFF2-40B4-BE49-F238E27FC236}">
                <a16:creationId xmlns:a16="http://schemas.microsoft.com/office/drawing/2014/main" id="{1924649D-DF1C-4A34-863C-D0A4F67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53425"/>
            <a:ext cx="2552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page-background">
            <a:extLst xmlns:a="http://schemas.openxmlformats.org/drawingml/2006/main">
              <a:ext uri="{FF2B5EF4-FFF2-40B4-BE49-F238E27FC236}">
                <a16:creationId xmlns:a16="http://schemas.microsoft.com/office/drawing/2014/main" id="{91C2CA75-C5FE-4337-B0D7-CAA5150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353425"/>
            <a:ext cx="733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F117C-0423-49D2-B22B-73E6379CD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5a585a6644e6d">
            <a:extLst>
              <a:ext uri="{96DAC541-7B7A-43D3-8B79-37D633B846F1}">
                <asvg:svgBlip xmlns:asvg="http://schemas.microsoft.com/office/drawing/2016/SVG/main" r:embed="R29923585a65547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8401050"/>
            <a:ext cx="342900" cy="274588"/>
          </a:xfrm>
          <a:prstGeom xmlns:a="http://schemas.openxmlformats.org/drawingml/2006/main" prst="rect">
            <a:avLst/>
          </a:prstGeom>
        </p:spPr>
      </p:pic>
      <p:sp>
        <p:nvSpPr>
          <p:cNvPr id="3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83EA51E0-62EC-4AE8-99C6-371B01FB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1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2D9"/>
                </a:solidFill>
                <a:latin typeface="Arial"/>
                <a:ea typeface="Arial"/>
                <a:cs typeface="Arial"/>
              </a:rPr>
              <a:t>MethodAtlas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D23F93-1FDA-4C7A-8D12-45950CBB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84105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62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30077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EEBDD-0DE6-44C9-85B4-779191B76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c6de10a254193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text-background-0">
            <a:extLst xmlns:a="http://schemas.openxmlformats.org/drawingml/2006/main">
              <a:ext uri="{FF2B5EF4-FFF2-40B4-BE49-F238E27FC236}">
                <a16:creationId xmlns:a16="http://schemas.microsoft.com/office/drawing/2014/main" id="{78554131-3652-434B-8689-1AAE390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71575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9FAFD"/>
              </a:gs>
              <a:gs pos="33333">
                <a:srgbClr val="F9FAFD"/>
              </a:gs>
              <a:gs pos="50000">
                <a:srgbClr val="F9FAFD"/>
              </a:gs>
              <a:gs pos="66667">
                <a:srgbClr val="F9FAFD"/>
              </a:gs>
              <a:gs pos="83333">
                <a:srgbClr val="FCFC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background-1">
            <a:extLst xmlns:a="http://schemas.openxmlformats.org/drawingml/2006/main">
              <a:ext uri="{FF2B5EF4-FFF2-40B4-BE49-F238E27FC236}">
                <a16:creationId xmlns:a16="http://schemas.microsoft.com/office/drawing/2014/main" id="{ECCCF176-ED7A-461C-9CE1-94E211E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344275" cy="1104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EFE"/>
              </a:gs>
              <a:gs pos="33333">
                <a:srgbClr val="FEFEFE"/>
              </a:gs>
              <a:gs pos="50000">
                <a:srgbClr val="FDFDFE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text-background-2">
            <a:extLst xmlns:a="http://schemas.openxmlformats.org/drawingml/2006/main">
              <a:ext uri="{FF2B5EF4-FFF2-40B4-BE49-F238E27FC236}">
                <a16:creationId xmlns:a16="http://schemas.microsoft.com/office/drawing/2014/main" id="{9685854A-C4D1-43B3-B503-26B12F71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019675" cy="5524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D"/>
              </a:gs>
              <a:gs pos="33333">
                <a:srgbClr val="FCFCFC"/>
              </a:gs>
              <a:gs pos="50000">
                <a:srgbClr val="FDFDFD"/>
              </a:gs>
              <a:gs pos="66667">
                <a:srgbClr val="FCFCFC"/>
              </a:gs>
              <a:gs pos="83333">
                <a:srgbClr val="FDFD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5" name="text-background-3">
            <a:extLst xmlns:a="http://schemas.openxmlformats.org/drawingml/2006/main">
              <a:ext uri="{FF2B5EF4-FFF2-40B4-BE49-F238E27FC236}">
                <a16:creationId xmlns:a16="http://schemas.microsoft.com/office/drawing/2014/main" id="{A5988FEA-75BB-4880-AFAB-851CAF1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143625"/>
            <a:ext cx="1371600" cy="4857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3F8FE"/>
              </a:gs>
              <a:gs pos="16667">
                <a:srgbClr val="F7FAFD"/>
              </a:gs>
              <a:gs pos="33333">
                <a:srgbClr val="F9FAFD"/>
              </a:gs>
              <a:gs pos="50000">
                <a:srgbClr val="F9FAFD"/>
              </a:gs>
              <a:gs pos="66667">
                <a:srgbClr val="FDFDFE"/>
              </a:gs>
              <a:gs pos="83333">
                <a:srgbClr val="FCFC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6" name="text-background-4">
            <a:extLst xmlns:a="http://schemas.openxmlformats.org/drawingml/2006/main">
              <a:ext uri="{FF2B5EF4-FFF2-40B4-BE49-F238E27FC236}">
                <a16:creationId xmlns:a16="http://schemas.microsoft.com/office/drawing/2014/main" id="{D97BFFDB-FF85-4239-A823-87BDEC2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86550"/>
            <a:ext cx="305752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9FAFB"/>
              </a:gs>
              <a:gs pos="50000">
                <a:srgbClr val="FAFBFB"/>
              </a:gs>
              <a:gs pos="66667">
                <a:srgbClr val="FCFCFC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7" name="text-background-5">
            <a:extLst xmlns:a="http://schemas.openxmlformats.org/drawingml/2006/main">
              <a:ext uri="{FF2B5EF4-FFF2-40B4-BE49-F238E27FC236}">
                <a16:creationId xmlns:a16="http://schemas.microsoft.com/office/drawing/2014/main" id="{C8B8C1B3-2FD6-4A50-BF7F-8AF670F7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7000875"/>
            <a:ext cx="288607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C"/>
              </a:gs>
              <a:gs pos="33333">
                <a:srgbClr val="FAFAFB"/>
              </a:gs>
              <a:gs pos="50000">
                <a:srgbClr val="F9FAFB"/>
              </a:gs>
              <a:gs pos="66667">
                <a:srgbClr val="FAFAFB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" name="text-background-6">
            <a:extLst xmlns:a="http://schemas.openxmlformats.org/drawingml/2006/main">
              <a:ext uri="{FF2B5EF4-FFF2-40B4-BE49-F238E27FC236}">
                <a16:creationId xmlns:a16="http://schemas.microsoft.com/office/drawing/2014/main" id="{14E7FAC4-E751-469B-99FC-D6828B12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143625"/>
            <a:ext cx="1409700" cy="495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AFE"/>
              </a:gs>
              <a:gs pos="16667">
                <a:srgbClr val="F7FAFE"/>
              </a:gs>
              <a:gs pos="33333">
                <a:srgbClr val="F9FBFD"/>
              </a:gs>
              <a:gs pos="50000">
                <a:srgbClr val="FCFDFE"/>
              </a:gs>
              <a:gs pos="66667">
                <a:srgbClr val="FBFBFD"/>
              </a:gs>
              <a:gs pos="83333">
                <a:srgbClr val="FCFC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" name="text-background-7">
            <a:extLst xmlns:a="http://schemas.openxmlformats.org/drawingml/2006/main">
              <a:ext uri="{FF2B5EF4-FFF2-40B4-BE49-F238E27FC236}">
                <a16:creationId xmlns:a16="http://schemas.microsoft.com/office/drawing/2014/main" id="{2666E9CC-59DD-4D89-96AC-AFD11EE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686550"/>
            <a:ext cx="314325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BFBFC"/>
              </a:gs>
              <a:gs pos="50000">
                <a:srgbClr val="FAFAFB"/>
              </a:gs>
              <a:gs pos="66667">
                <a:srgbClr val="FBFBFC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" name="text-background-8">
            <a:extLst xmlns:a="http://schemas.openxmlformats.org/drawingml/2006/main">
              <a:ext uri="{FF2B5EF4-FFF2-40B4-BE49-F238E27FC236}">
                <a16:creationId xmlns:a16="http://schemas.microsoft.com/office/drawing/2014/main" id="{B4066DB5-57FA-49FC-BFDD-D956CA0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000875"/>
            <a:ext cx="336232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C"/>
              </a:gs>
              <a:gs pos="33333">
                <a:srgbClr val="F9F9FB"/>
              </a:gs>
              <a:gs pos="50000">
                <a:srgbClr val="FAFAFB"/>
              </a:gs>
              <a:gs pos="66667">
                <a:srgbClr val="FAFAFB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1" name="text-background-9">
            <a:extLst xmlns:a="http://schemas.openxmlformats.org/drawingml/2006/main">
              <a:ext uri="{FF2B5EF4-FFF2-40B4-BE49-F238E27FC236}">
                <a16:creationId xmlns:a16="http://schemas.microsoft.com/office/drawing/2014/main" id="{84EE5DCC-87CF-4CBD-9336-6F114868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143625"/>
            <a:ext cx="1409700" cy="495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3F7FE"/>
              </a:gs>
              <a:gs pos="16667">
                <a:srgbClr val="F6F9FE"/>
              </a:gs>
              <a:gs pos="33333">
                <a:srgbClr val="F9FAFD"/>
              </a:gs>
              <a:gs pos="50000">
                <a:srgbClr val="FDFDFE"/>
              </a:gs>
              <a:gs pos="66667">
                <a:srgbClr val="FDFDFE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-background-10">
            <a:extLst xmlns:a="http://schemas.openxmlformats.org/drawingml/2006/main">
              <a:ext uri="{FF2B5EF4-FFF2-40B4-BE49-F238E27FC236}">
                <a16:creationId xmlns:a16="http://schemas.microsoft.com/office/drawing/2014/main" id="{295A5E25-9A05-4C2B-B53C-24B98459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6686550"/>
            <a:ext cx="3362325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AFAFB"/>
              </a:gs>
              <a:gs pos="50000">
                <a:srgbClr val="FAFAFB"/>
              </a:gs>
              <a:gs pos="66667">
                <a:srgbClr val="FBFBFC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3" name="text-background-11">
            <a:extLst xmlns:a="http://schemas.openxmlformats.org/drawingml/2006/main">
              <a:ext uri="{FF2B5EF4-FFF2-40B4-BE49-F238E27FC236}">
                <a16:creationId xmlns:a16="http://schemas.microsoft.com/office/drawing/2014/main" id="{5DA2C13F-5B7B-41EE-87FC-9C112101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7000875"/>
            <a:ext cx="161925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CFD"/>
              </a:gs>
              <a:gs pos="33333">
                <a:srgbClr val="F9FAFB"/>
              </a:gs>
              <a:gs pos="50000">
                <a:srgbClr val="FBFBFC"/>
              </a:gs>
              <a:gs pos="66667">
                <a:srgbClr val="FBFBFC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4" name="text-background-12">
            <a:extLst xmlns:a="http://schemas.openxmlformats.org/drawingml/2006/main">
              <a:ext uri="{FF2B5EF4-FFF2-40B4-BE49-F238E27FC236}">
                <a16:creationId xmlns:a16="http://schemas.microsoft.com/office/drawing/2014/main" id="{DE7B8592-E54A-4E2E-92B1-179042C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43825"/>
            <a:ext cx="5715000" cy="457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DFE"/>
              </a:gs>
              <a:gs pos="33333">
                <a:srgbClr val="FBFBFD"/>
              </a:gs>
              <a:gs pos="50000">
                <a:srgbClr val="FBFBFD"/>
              </a:gs>
              <a:gs pos="66667">
                <a:srgbClr val="FBFB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5" name="label-0">
            <a:extLst xmlns:a="http://schemas.openxmlformats.org/drawingml/2006/main">
              <a:ext uri="{FF2B5EF4-FFF2-40B4-BE49-F238E27FC236}">
                <a16:creationId xmlns:a16="http://schemas.microsoft.com/office/drawing/2014/main" id="{99788D4E-867D-45F9-95FC-E52113C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科研闭环</a:t>
            </a:r>
          </a:p>
        </p:txBody>
      </p:sp>
      <p:sp>
        <p:nvSpPr>
          <p:cNvPr id="16" name="title-1">
            <a:extLst xmlns:a="http://schemas.openxmlformats.org/drawingml/2006/main">
              <a:ext uri="{FF2B5EF4-FFF2-40B4-BE49-F238E27FC236}">
                <a16:creationId xmlns:a16="http://schemas.microsoft.com/office/drawing/2014/main" id="{53DE1BC9-8FAB-4986-A41A-9E175AD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2966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54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654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t>同一个 </a:t>
            </a:r>
            <a:r>
              <a:rPr b="1">
                <a:latin typeface="Arial Black"/>
                <a:ea typeface="Arial Black"/>
                <a:cs typeface="Arial Black"/>
              </a:rPr>
              <a:t>Agent</a:t>
            </a:r>
            <a:r>
              <a:t>，贯穿科研闭环</a:t>
            </a:r>
          </a:p>
        </p:txBody>
      </p:sp>
      <p:sp>
        <p:nvSpPr>
          <p:cNvPr id="17" name="subtitle-2">
            <a:extLst xmlns:a="http://schemas.openxmlformats.org/drawingml/2006/main">
              <a:ext uri="{FF2B5EF4-FFF2-40B4-BE49-F238E27FC236}">
                <a16:creationId xmlns:a16="http://schemas.microsoft.com/office/drawing/2014/main" id="{2427D104-E1D7-4A53-AA3E-0C906636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91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读论文，做实验，写论文</a:t>
            </a:r>
          </a:p>
        </p:txBody>
      </p:sp>
      <p:sp>
        <p:nvSpPr>
          <p:cNvPr id="18" name="label-3">
            <a:extLst xmlns:a="http://schemas.openxmlformats.org/drawingml/2006/main">
              <a:ext uri="{FF2B5EF4-FFF2-40B4-BE49-F238E27FC236}">
                <a16:creationId xmlns:a16="http://schemas.microsoft.com/office/drawing/2014/main" id="{176BD811-33E8-43F4-AFE9-60B76C0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67425"/>
            <a:ext cx="13049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读论文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230B9211-AF35-483B-9753-2C97F043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6294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4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4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4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翻译、划选提问，一键高亮重点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D0A57AB1-F923-4BE9-AC07-99772A9E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437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67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67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67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基于当前论文，发现相似研究</a:t>
            </a:r>
          </a:p>
        </p:txBody>
      </p:sp>
      <p:sp>
        <p:nvSpPr>
          <p:cNvPr id="21" name="label-6">
            <a:extLst xmlns:a="http://schemas.openxmlformats.org/drawingml/2006/main">
              <a:ext uri="{FF2B5EF4-FFF2-40B4-BE49-F238E27FC236}">
                <a16:creationId xmlns:a16="http://schemas.microsoft.com/office/drawing/2014/main" id="{60DF77D6-58CE-4CAF-8B18-76B6890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67425"/>
            <a:ext cx="1343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做实验</a:t>
            </a:r>
          </a:p>
        </p:txBody>
      </p:sp>
      <p:sp>
        <p:nvSpPr>
          <p:cNvPr id="22" name="body-7">
            <a:extLst xmlns:a="http://schemas.openxmlformats.org/drawingml/2006/main">
              <a:ext uri="{FF2B5EF4-FFF2-40B4-BE49-F238E27FC236}">
                <a16:creationId xmlns:a16="http://schemas.microsoft.com/office/drawing/2014/main" id="{8D130C08-1D69-4F6C-A57D-D4D8509A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62940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66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66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66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AI 制定计划，用户确认执行范围</a:t>
            </a:r>
          </a:p>
        </p:txBody>
      </p:sp>
      <p:sp>
        <p:nvSpPr>
          <p:cNvPr id="23" name="body-8">
            <a:extLst xmlns:a="http://schemas.openxmlformats.org/drawingml/2006/main">
              <a:ext uri="{FF2B5EF4-FFF2-40B4-BE49-F238E27FC236}">
                <a16:creationId xmlns:a16="http://schemas.microsoft.com/office/drawing/2014/main" id="{F5820C30-71DE-4E5A-880D-58555934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94372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连接服务器执行，汇报日志与结果</a:t>
            </a:r>
          </a:p>
        </p:txBody>
      </p:sp>
      <p:sp>
        <p:nvSpPr>
          <p:cNvPr id="24" name="label-9">
            <a:extLst xmlns:a="http://schemas.openxmlformats.org/drawingml/2006/main">
              <a:ext uri="{FF2B5EF4-FFF2-40B4-BE49-F238E27FC236}">
                <a16:creationId xmlns:a16="http://schemas.microsoft.com/office/drawing/2014/main" id="{F2F4463B-09CD-49D3-8ADB-E6417A9E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067425"/>
            <a:ext cx="1343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写论文</a:t>
            </a:r>
          </a:p>
        </p:txBody>
      </p:sp>
      <p:sp>
        <p:nvSpPr>
          <p:cNvPr id="25" name="body-10">
            <a:extLst xmlns:a="http://schemas.openxmlformats.org/drawingml/2006/main">
              <a:ext uri="{FF2B5EF4-FFF2-40B4-BE49-F238E27FC236}">
                <a16:creationId xmlns:a16="http://schemas.microsoft.com/office/drawing/2014/main" id="{5E1E8996-BE31-4E86-B7C0-17E55F9A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294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9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沿用文献与实验记录，起草和修改</a:t>
            </a:r>
          </a:p>
        </p:txBody>
      </p:sp>
      <p:sp>
        <p:nvSpPr>
          <p:cNvPr id="26" name="body-11">
            <a:extLst xmlns:a="http://schemas.openxmlformats.org/drawingml/2006/main">
              <a:ext uri="{FF2B5EF4-FFF2-40B4-BE49-F238E27FC236}">
                <a16:creationId xmlns:a16="http://schemas.microsoft.com/office/drawing/2014/main" id="{FC21FE99-23E5-47B4-9463-E88066A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943725"/>
            <a:ext cx="1514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71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71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671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生成可下载成果</a:t>
            </a:r>
          </a:p>
        </p:txBody>
      </p:sp>
      <p:sp>
        <p:nvSpPr>
          <p:cNvPr id="27" name="label-12">
            <a:extLst xmlns:a="http://schemas.openxmlformats.org/drawingml/2006/main">
              <a:ext uri="{FF2B5EF4-FFF2-40B4-BE49-F238E27FC236}">
                <a16:creationId xmlns:a16="http://schemas.microsoft.com/office/drawing/2014/main" id="{BA8562D5-3BDD-4322-B7EA-FE132F5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5648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66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66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766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每换一个环节，都能接续已有上下文</a:t>
            </a:r>
          </a:p>
        </p:txBody>
      </p:sp>
      <p:sp>
        <p:nvSpPr>
          <p:cNvPr id="28" name="brand-background">
            <a:extLst xmlns:a="http://schemas.openxmlformats.org/drawingml/2006/main">
              <a:ext uri="{FF2B5EF4-FFF2-40B4-BE49-F238E27FC236}">
                <a16:creationId xmlns:a16="http://schemas.microsoft.com/office/drawing/2014/main" id="{D3464D02-BA5E-4CBF-AC69-0740C9C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53425"/>
            <a:ext cx="2552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page-background">
            <a:extLst xmlns:a="http://schemas.openxmlformats.org/drawingml/2006/main">
              <a:ext uri="{FF2B5EF4-FFF2-40B4-BE49-F238E27FC236}">
                <a16:creationId xmlns:a16="http://schemas.microsoft.com/office/drawing/2014/main" id="{21E5BA11-B06E-4A0D-8D52-76C7349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353425"/>
            <a:ext cx="733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CC33C-AD2C-470B-BFB7-115C348215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577f75dc64ca8">
            <a:extLst>
              <a:ext uri="{96DAC541-7B7A-43D3-8B79-37D633B846F1}">
                <asvg:svgBlip xmlns:asvg="http://schemas.microsoft.com/office/drawing/2016/SVG/main" r:embed="R48243898a1c44e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8401050"/>
            <a:ext cx="342900" cy="274588"/>
          </a:xfrm>
          <a:prstGeom xmlns:a="http://schemas.openxmlformats.org/drawingml/2006/main" prst="rect">
            <a:avLst/>
          </a:prstGeom>
        </p:spPr>
      </p:pic>
      <p:sp>
        <p:nvSpPr>
          <p:cNvPr id="3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FE6855FD-2717-4C9E-93E4-DD00977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1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2D9"/>
                </a:solidFill>
                <a:latin typeface="Arial"/>
                <a:ea typeface="Arial"/>
                <a:cs typeface="Arial"/>
              </a:rPr>
              <a:t>MethodAtlas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3588EC-AFBC-416C-8CE2-FE25CCD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84105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62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4055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EA4966-CABD-41DC-91A0-90AFD7A4A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9ca9c1ebd453c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text-background-0">
            <a:extLst xmlns:a="http://schemas.openxmlformats.org/drawingml/2006/main">
              <a:ext uri="{FF2B5EF4-FFF2-40B4-BE49-F238E27FC236}">
                <a16:creationId xmlns:a16="http://schemas.microsoft.com/office/drawing/2014/main" id="{3E49FFCD-3749-4A20-A7AC-9E2E1DD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112395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DFE"/>
              </a:gs>
              <a:gs pos="33333">
                <a:srgbClr val="FAFBFD"/>
              </a:gs>
              <a:gs pos="50000">
                <a:srgbClr val="FAFBFD"/>
              </a:gs>
              <a:gs pos="66667">
                <a:srgbClr val="FAFAFD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background-1">
            <a:extLst xmlns:a="http://schemas.openxmlformats.org/drawingml/2006/main">
              <a:ext uri="{FF2B5EF4-FFF2-40B4-BE49-F238E27FC236}">
                <a16:creationId xmlns:a16="http://schemas.microsoft.com/office/drawing/2014/main" id="{110D04A2-F054-49F8-A947-007845BF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8591550" cy="990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6F8FD"/>
              </a:gs>
              <a:gs pos="33333">
                <a:srgbClr val="FEFEFE"/>
              </a:gs>
              <a:gs pos="50000">
                <a:srgbClr val="F9F9FD"/>
              </a:gs>
              <a:gs pos="66667">
                <a:srgbClr val="FEFEFE"/>
              </a:gs>
              <a:gs pos="83333">
                <a:srgbClr val="FCFD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text-background-2">
            <a:extLst xmlns:a="http://schemas.openxmlformats.org/drawingml/2006/main">
              <a:ext uri="{FF2B5EF4-FFF2-40B4-BE49-F238E27FC236}">
                <a16:creationId xmlns:a16="http://schemas.microsoft.com/office/drawing/2014/main" id="{2EB9ED62-D83D-4E5C-B30B-AAE9B96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848350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D"/>
              </a:gs>
              <a:gs pos="33333">
                <a:srgbClr val="FAFAFB"/>
              </a:gs>
              <a:gs pos="50000">
                <a:srgbClr val="FAFAFB"/>
              </a:gs>
              <a:gs pos="66667">
                <a:srgbClr val="FBFBFB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5" name="text-background-3">
            <a:extLst xmlns:a="http://schemas.openxmlformats.org/drawingml/2006/main">
              <a:ext uri="{FF2B5EF4-FFF2-40B4-BE49-F238E27FC236}">
                <a16:creationId xmlns:a16="http://schemas.microsoft.com/office/drawing/2014/main" id="{3D11A72C-FD6A-4250-B00E-FDC7C07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95525"/>
            <a:ext cx="1009650" cy="3333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BFD"/>
              </a:gs>
              <a:gs pos="33333">
                <a:srgbClr val="FDFDFE"/>
              </a:gs>
              <a:gs pos="50000">
                <a:srgbClr val="F7F8FC"/>
              </a:gs>
              <a:gs pos="66667">
                <a:srgbClr val="F9FAFD"/>
              </a:gs>
              <a:gs pos="83333">
                <a:srgbClr val="FCFCFD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" name="text-background-4">
            <a:extLst xmlns:a="http://schemas.openxmlformats.org/drawingml/2006/main">
              <a:ext uri="{FF2B5EF4-FFF2-40B4-BE49-F238E27FC236}">
                <a16:creationId xmlns:a16="http://schemas.microsoft.com/office/drawing/2014/main" id="{63699EB7-4392-469B-945B-2999308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1247775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DFDFD"/>
              </a:gs>
              <a:gs pos="50000">
                <a:srgbClr val="FCFCFD"/>
              </a:gs>
              <a:gs pos="66667">
                <a:srgbClr val="F9F9FA"/>
              </a:gs>
              <a:gs pos="83333">
                <a:srgbClr val="FEFE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text-background-5">
            <a:extLst xmlns:a="http://schemas.openxmlformats.org/drawingml/2006/main">
              <a:ext uri="{FF2B5EF4-FFF2-40B4-BE49-F238E27FC236}">
                <a16:creationId xmlns:a16="http://schemas.microsoft.com/office/drawing/2014/main" id="{300A8EF1-AC87-413C-A273-CB683278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247775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CFCFD"/>
              </a:gs>
              <a:gs pos="33333">
                <a:srgbClr val="FBFCFC"/>
              </a:gs>
              <a:gs pos="50000">
                <a:srgbClr val="FCFCFC"/>
              </a:gs>
              <a:gs pos="66667">
                <a:srgbClr val="FDFD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" name="text-background-6">
            <a:extLst xmlns:a="http://schemas.openxmlformats.org/drawingml/2006/main">
              <a:ext uri="{FF2B5EF4-FFF2-40B4-BE49-F238E27FC236}">
                <a16:creationId xmlns:a16="http://schemas.microsoft.com/office/drawing/2014/main" id="{620087FA-2265-4D95-A151-1C27AE1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1019175" cy="3333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E"/>
              </a:gs>
              <a:gs pos="33333">
                <a:srgbClr val="FAFAFD"/>
              </a:gs>
              <a:gs pos="50000">
                <a:srgbClr val="FBFCFE"/>
              </a:gs>
              <a:gs pos="66667">
                <a:srgbClr val="F7F8FD"/>
              </a:gs>
              <a:gs pos="83333">
                <a:srgbClr val="FEFE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text-background-7">
            <a:extLst xmlns:a="http://schemas.openxmlformats.org/drawingml/2006/main">
              <a:ext uri="{FF2B5EF4-FFF2-40B4-BE49-F238E27FC236}">
                <a16:creationId xmlns:a16="http://schemas.microsoft.com/office/drawing/2014/main" id="{1C8A686B-E5A0-40D8-8292-1CCDA76D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53025"/>
            <a:ext cx="1066800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DFD"/>
              </a:gs>
              <a:gs pos="33333">
                <a:srgbClr val="FCFCFD"/>
              </a:gs>
              <a:gs pos="50000">
                <a:srgbClr val="FBFBFC"/>
              </a:gs>
              <a:gs pos="66667">
                <a:srgbClr val="FDFDFE"/>
              </a:gs>
              <a:gs pos="83333">
                <a:srgbClr val="FCFCFD"/>
              </a:gs>
              <a:gs pos="100000">
                <a:srgbClr val="F7F8FA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" name="text-background-8">
            <a:extLst xmlns:a="http://schemas.openxmlformats.org/drawingml/2006/main">
              <a:ext uri="{FF2B5EF4-FFF2-40B4-BE49-F238E27FC236}">
                <a16:creationId xmlns:a16="http://schemas.microsoft.com/office/drawing/2014/main" id="{E2287E12-0F4B-4836-BF87-5CDF9DD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81625"/>
            <a:ext cx="1238250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BFBFC"/>
              </a:gs>
              <a:gs pos="33333">
                <a:srgbClr val="FBFBFC"/>
              </a:gs>
              <a:gs pos="50000">
                <a:srgbClr val="FCFCFC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1" name="text-background-9">
            <a:extLst xmlns:a="http://schemas.openxmlformats.org/drawingml/2006/main">
              <a:ext uri="{FF2B5EF4-FFF2-40B4-BE49-F238E27FC236}">
                <a16:creationId xmlns:a16="http://schemas.microsoft.com/office/drawing/2014/main" id="{8C63E3A2-C8CC-465E-BB48-C6FAC5F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81450"/>
            <a:ext cx="1009650" cy="3333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E"/>
              </a:gs>
              <a:gs pos="33333">
                <a:srgbClr val="F9FAFD"/>
              </a:gs>
              <a:gs pos="50000">
                <a:srgbClr val="F7F8FC"/>
              </a:gs>
              <a:gs pos="66667">
                <a:srgbClr val="FAFBFD"/>
              </a:gs>
              <a:gs pos="83333">
                <a:srgbClr val="FC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-background-10">
            <a:extLst xmlns:a="http://schemas.openxmlformats.org/drawingml/2006/main">
              <a:ext uri="{FF2B5EF4-FFF2-40B4-BE49-F238E27FC236}">
                <a16:creationId xmlns:a16="http://schemas.microsoft.com/office/drawing/2014/main" id="{54F992DA-BF99-4CAC-86E5-C8F704A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934075"/>
            <a:ext cx="1200150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BFC"/>
              </a:gs>
              <a:gs pos="33333">
                <a:srgbClr val="FDFDFD"/>
              </a:gs>
              <a:gs pos="50000">
                <a:srgbClr val="FAFAFD"/>
              </a:gs>
              <a:gs pos="66667">
                <a:srgbClr val="FCFCFC"/>
              </a:gs>
              <a:gs pos="83333">
                <a:srgbClr val="F9F8FA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3" name="text-background-11">
            <a:extLst xmlns:a="http://schemas.openxmlformats.org/drawingml/2006/main">
              <a:ext uri="{FF2B5EF4-FFF2-40B4-BE49-F238E27FC236}">
                <a16:creationId xmlns:a16="http://schemas.microsoft.com/office/drawing/2014/main" id="{CA02EBD0-C887-43D8-A94A-B527278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172200"/>
            <a:ext cx="1200150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D"/>
              </a:gs>
              <a:gs pos="16667">
                <a:srgbClr val="FBFBFC"/>
              </a:gs>
              <a:gs pos="33333">
                <a:srgbClr val="FBFBFC"/>
              </a:gs>
              <a:gs pos="50000">
                <a:srgbClr val="FBFCFC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4" name="text-background-12">
            <a:extLst xmlns:a="http://schemas.openxmlformats.org/drawingml/2006/main">
              <a:ext uri="{FF2B5EF4-FFF2-40B4-BE49-F238E27FC236}">
                <a16:creationId xmlns:a16="http://schemas.microsoft.com/office/drawing/2014/main" id="{8991A423-60E9-4DCF-B26E-C56CBFC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1485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F"/>
          </a:solidFill>
          <a:ln xmlns:a="http://schemas.openxmlformats.org/drawingml/2006/main" w="0">
            <a:noFill/>
          </a:ln>
        </p:spPr>
      </p:sp>
      <p:sp>
        <p:nvSpPr>
          <p:cNvPr id="15" name="text-background-13">
            <a:extLst xmlns:a="http://schemas.openxmlformats.org/drawingml/2006/main">
              <a:ext uri="{FF2B5EF4-FFF2-40B4-BE49-F238E27FC236}">
                <a16:creationId xmlns:a16="http://schemas.microsoft.com/office/drawing/2014/main" id="{D4328148-0E42-4CB6-9EBA-B7E6B385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019925"/>
            <a:ext cx="1790700" cy="285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5EFFE"/>
              </a:gs>
              <a:gs pos="16667">
                <a:srgbClr val="E6EFFE"/>
              </a:gs>
              <a:gs pos="33333">
                <a:srgbClr val="E9F1FD"/>
              </a:gs>
              <a:gs pos="50000">
                <a:srgbClr val="EAF2FD"/>
              </a:gs>
              <a:gs pos="66667">
                <a:srgbClr val="EAF2FD"/>
              </a:gs>
              <a:gs pos="83333">
                <a:srgbClr val="EDF3FE"/>
              </a:gs>
              <a:gs pos="100000">
                <a:srgbClr val="EDF3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6" name="text-background-14">
            <a:extLst xmlns:a="http://schemas.openxmlformats.org/drawingml/2006/main">
              <a:ext uri="{FF2B5EF4-FFF2-40B4-BE49-F238E27FC236}">
                <a16:creationId xmlns:a16="http://schemas.microsoft.com/office/drawing/2014/main" id="{47D59BBF-CB08-48D2-8ECF-58CAF791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28900"/>
            <a:ext cx="2447925" cy="409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D"/>
              </a:gs>
              <a:gs pos="33333">
                <a:srgbClr val="FBFCFD"/>
              </a:gs>
              <a:gs pos="50000">
                <a:srgbClr val="FBFCFD"/>
              </a:gs>
              <a:gs pos="66667">
                <a:srgbClr val="FCFCFD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7" name="text-background-15">
            <a:extLst xmlns:a="http://schemas.openxmlformats.org/drawingml/2006/main">
              <a:ext uri="{FF2B5EF4-FFF2-40B4-BE49-F238E27FC236}">
                <a16:creationId xmlns:a16="http://schemas.microsoft.com/office/drawing/2014/main" id="{3291254D-D5BD-4DA2-8F81-7844AD00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086100"/>
            <a:ext cx="3400425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AFAFB"/>
              </a:gs>
              <a:gs pos="50000">
                <a:srgbClr val="FBFAFB"/>
              </a:gs>
              <a:gs pos="66667">
                <a:srgbClr val="FDFD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8" name="text-background-16">
            <a:extLst xmlns:a="http://schemas.openxmlformats.org/drawingml/2006/main">
              <a:ext uri="{FF2B5EF4-FFF2-40B4-BE49-F238E27FC236}">
                <a16:creationId xmlns:a16="http://schemas.microsoft.com/office/drawing/2014/main" id="{7F7FA548-8C8C-46C5-AB16-05FD706C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19550"/>
            <a:ext cx="1428750" cy="419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9FAFD"/>
              </a:gs>
              <a:gs pos="33333">
                <a:srgbClr val="F8F9FD"/>
              </a:gs>
              <a:gs pos="50000">
                <a:srgbClr val="FAFBFD"/>
              </a:gs>
              <a:gs pos="66667">
                <a:srgbClr val="F9FAFD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9" name="text-background-17">
            <a:extLst xmlns:a="http://schemas.openxmlformats.org/drawingml/2006/main">
              <a:ext uri="{FF2B5EF4-FFF2-40B4-BE49-F238E27FC236}">
                <a16:creationId xmlns:a16="http://schemas.microsoft.com/office/drawing/2014/main" id="{AA4E4C50-E2ED-4F82-9FC3-6FBF639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467225"/>
            <a:ext cx="3228975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DFD"/>
              </a:gs>
              <a:gs pos="33333">
                <a:srgbClr val="FBFBFC"/>
              </a:gs>
              <a:gs pos="50000">
                <a:srgbClr val="FBFBFC"/>
              </a:gs>
              <a:gs pos="66667">
                <a:srgbClr val="FDFD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0" name="text-background-18">
            <a:extLst xmlns:a="http://schemas.openxmlformats.org/drawingml/2006/main">
              <a:ext uri="{FF2B5EF4-FFF2-40B4-BE49-F238E27FC236}">
                <a16:creationId xmlns:a16="http://schemas.microsoft.com/office/drawing/2014/main" id="{89E4D23B-0A90-4872-A387-16EB510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448300"/>
            <a:ext cx="2447925" cy="419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EFE"/>
              </a:gs>
              <a:gs pos="16667">
                <a:srgbClr val="FEFEFE"/>
              </a:gs>
              <a:gs pos="33333">
                <a:srgbClr val="FEFEFE"/>
              </a:gs>
              <a:gs pos="50000">
                <a:srgbClr val="FEFEFE"/>
              </a:gs>
              <a:gs pos="66667">
                <a:srgbClr val="FBFBFD"/>
              </a:gs>
              <a:gs pos="83333">
                <a:srgbClr val="FAFAFD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1" name="text-background-19">
            <a:extLst xmlns:a="http://schemas.openxmlformats.org/drawingml/2006/main">
              <a:ext uri="{FF2B5EF4-FFF2-40B4-BE49-F238E27FC236}">
                <a16:creationId xmlns:a16="http://schemas.microsoft.com/office/drawing/2014/main" id="{368975DB-E3AE-4649-8328-E461A57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895975"/>
            <a:ext cx="2457450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BFCFC"/>
              </a:gs>
              <a:gs pos="33333">
                <a:srgbClr val="FAFBFB"/>
              </a:gs>
              <a:gs pos="50000">
                <a:srgbClr val="FAFAFB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2" name="text-background-20">
            <a:extLst xmlns:a="http://schemas.openxmlformats.org/drawingml/2006/main">
              <a:ext uri="{FF2B5EF4-FFF2-40B4-BE49-F238E27FC236}">
                <a16:creationId xmlns:a16="http://schemas.microsoft.com/office/drawing/2014/main" id="{1A907B03-ECD9-4799-AEB7-0A779C0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829425"/>
            <a:ext cx="1428750" cy="419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EFE"/>
              </a:gs>
              <a:gs pos="16667">
                <a:srgbClr val="FBFBFD"/>
              </a:gs>
              <a:gs pos="33333">
                <a:srgbClr val="F7F8FC"/>
              </a:gs>
              <a:gs pos="50000">
                <a:srgbClr val="F8F9FD"/>
              </a:gs>
              <a:gs pos="66667">
                <a:srgbClr val="F8F9FC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3" name="text-background-21">
            <a:extLst xmlns:a="http://schemas.openxmlformats.org/drawingml/2006/main">
              <a:ext uri="{FF2B5EF4-FFF2-40B4-BE49-F238E27FC236}">
                <a16:creationId xmlns:a16="http://schemas.microsoft.com/office/drawing/2014/main" id="{037DA83B-3CC5-4F31-8794-E5C83F5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286625"/>
            <a:ext cx="3057525" cy="304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CFCFC"/>
              </a:gs>
              <a:gs pos="50000">
                <a:srgbClr val="FBFCFC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4" name="text-background-22">
            <a:extLst xmlns:a="http://schemas.openxmlformats.org/drawingml/2006/main">
              <a:ext uri="{FF2B5EF4-FFF2-40B4-BE49-F238E27FC236}">
                <a16:creationId xmlns:a16="http://schemas.microsoft.com/office/drawing/2014/main" id="{A4C32CC0-C28C-4878-917C-4D045243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8086725"/>
            <a:ext cx="4953000" cy="3714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DFDFE"/>
              </a:gs>
              <a:gs pos="33333">
                <a:srgbClr val="FAFBFD"/>
              </a:gs>
              <a:gs pos="50000">
                <a:srgbClr val="F9FAFD"/>
              </a:gs>
              <a:gs pos="66667">
                <a:srgbClr val="F9FAFD"/>
              </a:gs>
              <a:gs pos="83333">
                <a:srgbClr val="FCFC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5" name="label-0">
            <a:extLst xmlns:a="http://schemas.openxmlformats.org/drawingml/2006/main">
              <a:ext uri="{FF2B5EF4-FFF2-40B4-BE49-F238E27FC236}">
                <a16:creationId xmlns:a16="http://schemas.microsoft.com/office/drawing/2014/main" id="{3E7DD380-C78C-4A2E-B659-4C94523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9075"/>
            <a:ext cx="105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团队协作</a:t>
            </a:r>
          </a:p>
        </p:txBody>
      </p:sp>
      <p:sp>
        <p:nvSpPr>
          <p:cNvPr id="26" name="title-1">
            <a:extLst xmlns:a="http://schemas.openxmlformats.org/drawingml/2006/main">
              <a:ext uri="{FF2B5EF4-FFF2-40B4-BE49-F238E27FC236}">
                <a16:creationId xmlns:a16="http://schemas.microsoft.com/office/drawing/2014/main" id="{3E17D623-5756-48C2-B20B-8A444AC1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43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09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9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609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让团队，看见完整的问题</a:t>
            </a:r>
          </a:p>
        </p:txBody>
      </p:sp>
      <p:sp>
        <p:nvSpPr>
          <p:cNvPr id="27" name="subtitle-2">
            <a:extLst xmlns:a="http://schemas.openxmlformats.org/drawingml/2006/main">
              <a:ext uri="{FF2B5EF4-FFF2-40B4-BE49-F238E27FC236}">
                <a16:creationId xmlns:a16="http://schemas.microsoft.com/office/drawing/2014/main" id="{AA35FB04-C3BA-4EEF-AB5A-72E5B5B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5743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同一个项目 Agent，连接团队的研究处境</a:t>
            </a:r>
          </a:p>
        </p:txBody>
      </p:sp>
      <p:sp>
        <p:nvSpPr>
          <p:cNvPr id="28" name="label-3">
            <a:extLst xmlns:a="http://schemas.openxmlformats.org/drawingml/2006/main">
              <a:ext uri="{FF2B5EF4-FFF2-40B4-BE49-F238E27FC236}">
                <a16:creationId xmlns:a16="http://schemas.microsoft.com/office/drawing/2014/main" id="{BCC609EC-6400-4412-B5DD-BF0B187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19325"/>
            <a:ext cx="942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文献假设</a:t>
            </a:r>
          </a:p>
        </p:txBody>
      </p:sp>
      <p:sp>
        <p:nvSpPr>
          <p:cNvPr id="29" name="body-4">
            <a:extLst xmlns:a="http://schemas.openxmlformats.org/drawingml/2006/main">
              <a:ext uri="{FF2B5EF4-FFF2-40B4-BE49-F238E27FC236}">
                <a16:creationId xmlns:a16="http://schemas.microsoft.com/office/drawing/2014/main" id="{4B0C3DDA-3724-4A26-92C5-A9617EF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670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从文献中提出</a:t>
            </a:r>
          </a:p>
        </p:txBody>
      </p:sp>
      <p:sp>
        <p:nvSpPr>
          <p:cNvPr id="30" name="body-5">
            <a:extLst xmlns:a="http://schemas.openxmlformats.org/drawingml/2006/main">
              <a:ext uri="{FF2B5EF4-FFF2-40B4-BE49-F238E27FC236}">
                <a16:creationId xmlns:a16="http://schemas.microsoft.com/office/drawing/2014/main" id="{5B1E44D9-7E24-4AFD-A288-2DE158C0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956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新的研究假设</a:t>
            </a:r>
          </a:p>
        </p:txBody>
      </p:sp>
      <p:sp>
        <p:nvSpPr>
          <p:cNvPr id="31" name="label-6">
            <a:extLst xmlns:a="http://schemas.openxmlformats.org/drawingml/2006/main">
              <a:ext uri="{FF2B5EF4-FFF2-40B4-BE49-F238E27FC236}">
                <a16:creationId xmlns:a16="http://schemas.microsoft.com/office/drawing/2014/main" id="{77C78955-49C4-40B6-9DF8-54021D2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9052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19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819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代码验证</a:t>
            </a:r>
          </a:p>
        </p:txBody>
      </p:sp>
      <p:sp>
        <p:nvSpPr>
          <p:cNvPr id="32" name="body-7">
            <a:extLst xmlns:a="http://schemas.openxmlformats.org/drawingml/2006/main">
              <a:ext uri="{FF2B5EF4-FFF2-40B4-BE49-F238E27FC236}">
                <a16:creationId xmlns:a16="http://schemas.microsoft.com/office/drawing/2014/main" id="{9806A854-5499-4F4C-8C27-32A1D89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962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用代码验证</a:t>
            </a:r>
          </a:p>
        </p:txBody>
      </p:sp>
      <p:sp>
        <p:nvSpPr>
          <p:cNvPr id="33" name="body-8">
            <a:extLst xmlns:a="http://schemas.openxmlformats.org/drawingml/2006/main">
              <a:ext uri="{FF2B5EF4-FFF2-40B4-BE49-F238E27FC236}">
                <a16:creationId xmlns:a16="http://schemas.microsoft.com/office/drawing/2014/main" id="{1CAAC56A-6A3C-4F09-959F-A1F400AF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假设的可行性</a:t>
            </a:r>
          </a:p>
        </p:txBody>
      </p:sp>
      <p:sp>
        <p:nvSpPr>
          <p:cNvPr id="34" name="label-9">
            <a:extLst xmlns:a="http://schemas.openxmlformats.org/drawingml/2006/main">
              <a:ext uri="{FF2B5EF4-FFF2-40B4-BE49-F238E27FC236}">
                <a16:creationId xmlns:a16="http://schemas.microsoft.com/office/drawing/2014/main" id="{964F3F6C-114E-428D-B188-84302C6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942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结果矛盾</a:t>
            </a:r>
          </a:p>
        </p:txBody>
      </p:sp>
      <p:sp>
        <p:nvSpPr>
          <p:cNvPr id="35" name="body-10">
            <a:extLst xmlns:a="http://schemas.openxmlformats.org/drawingml/2006/main">
              <a:ext uri="{FF2B5EF4-FFF2-40B4-BE49-F238E27FC236}">
                <a16:creationId xmlns:a16="http://schemas.microsoft.com/office/drawing/2014/main" id="{F2E9DAF7-9E2F-4D29-915F-4476345B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8769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实验结果出现</a:t>
            </a:r>
          </a:p>
        </p:txBody>
      </p:sp>
      <p:sp>
        <p:nvSpPr>
          <p:cNvPr id="36" name="body-11">
            <a:extLst xmlns:a="http://schemas.openxmlformats.org/drawingml/2006/main">
              <a:ext uri="{FF2B5EF4-FFF2-40B4-BE49-F238E27FC236}">
                <a16:creationId xmlns:a16="http://schemas.microsoft.com/office/drawing/2014/main" id="{0E1798AC-4E22-4F84-AC3F-5DEA5496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1150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与预期的矛盾</a:t>
            </a:r>
          </a:p>
        </p:txBody>
      </p:sp>
      <p:sp>
        <p:nvSpPr>
          <p:cNvPr id="37" name="label-12">
            <a:extLst xmlns:a="http://schemas.openxmlformats.org/drawingml/2006/main">
              <a:ext uri="{FF2B5EF4-FFF2-40B4-BE49-F238E27FC236}">
                <a16:creationId xmlns:a16="http://schemas.microsoft.com/office/drawing/2014/main" id="{AA1785C7-66F3-4843-B130-ABD1F80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105275"/>
            <a:ext cx="1419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项目 Agent</a:t>
            </a:r>
          </a:p>
        </p:txBody>
      </p:sp>
      <p:sp>
        <p:nvSpPr>
          <p:cNvPr id="38" name="label-13">
            <a:extLst xmlns:a="http://schemas.openxmlformats.org/drawingml/2006/main">
              <a:ext uri="{FF2B5EF4-FFF2-40B4-BE49-F238E27FC236}">
                <a16:creationId xmlns:a16="http://schemas.microsoft.com/office/drawing/2014/main" id="{A81AC75C-B09B-4DE1-B983-D362282B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943725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共享的项目上下文</a:t>
            </a:r>
          </a:p>
        </p:txBody>
      </p:sp>
      <p:sp>
        <p:nvSpPr>
          <p:cNvPr id="39" name="label-14">
            <a:extLst xmlns:a="http://schemas.openxmlformats.org/drawingml/2006/main">
              <a:ext uri="{FF2B5EF4-FFF2-40B4-BE49-F238E27FC236}">
                <a16:creationId xmlns:a16="http://schemas.microsoft.com/office/drawing/2014/main" id="{4535C297-683E-4FA3-AB8A-3236665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25527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统一项目上下文</a:t>
            </a:r>
          </a:p>
        </p:txBody>
      </p:sp>
      <p:sp>
        <p:nvSpPr>
          <p:cNvPr id="40" name="body-15">
            <a:extLst xmlns:a="http://schemas.openxmlformats.org/drawingml/2006/main">
              <a:ext uri="{FF2B5EF4-FFF2-40B4-BE49-F238E27FC236}">
                <a16:creationId xmlns:a16="http://schemas.microsoft.com/office/drawing/2014/main" id="{F849E696-69EC-45A9-83C7-14DAEEBE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30289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1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论文、文件、GitHub 代码、讨论和实验记录</a:t>
            </a:r>
          </a:p>
        </p:txBody>
      </p:sp>
      <p:sp>
        <p:nvSpPr>
          <p:cNvPr id="41" name="label-16">
            <a:extLst xmlns:a="http://schemas.openxmlformats.org/drawingml/2006/main">
              <a:ext uri="{FF2B5EF4-FFF2-40B4-BE49-F238E27FC236}">
                <a16:creationId xmlns:a16="http://schemas.microsoft.com/office/drawing/2014/main" id="{6C3694B6-29EC-4228-8398-90C6C2A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3943350"/>
            <a:ext cx="1362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团队共享</a:t>
            </a:r>
          </a:p>
        </p:txBody>
      </p:sp>
      <p:sp>
        <p:nvSpPr>
          <p:cNvPr id="42" name="body-17">
            <a:extLst xmlns:a="http://schemas.openxmlformats.org/drawingml/2006/main">
              <a:ext uri="{FF2B5EF4-FFF2-40B4-BE49-F238E27FC236}">
                <a16:creationId xmlns:a16="http://schemas.microsoft.com/office/drawing/2014/main" id="{5B6B5792-4355-4225-B447-F99F1DD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44100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按权限连接成员的假设、验证与矛盾</a:t>
            </a:r>
          </a:p>
        </p:txBody>
      </p:sp>
      <p:sp>
        <p:nvSpPr>
          <p:cNvPr id="43" name="label-18">
            <a:extLst xmlns:a="http://schemas.openxmlformats.org/drawingml/2006/main">
              <a:ext uri="{FF2B5EF4-FFF2-40B4-BE49-F238E27FC236}">
                <a16:creationId xmlns:a16="http://schemas.microsoft.com/office/drawing/2014/main" id="{B08AEF1A-52FA-43C5-8245-EFC124B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72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日、周、月回顾</a:t>
            </a:r>
          </a:p>
        </p:txBody>
      </p:sp>
      <p:sp>
        <p:nvSpPr>
          <p:cNvPr id="44" name="body-19">
            <a:extLst xmlns:a="http://schemas.openxmlformats.org/drawingml/2006/main">
              <a:ext uri="{FF2B5EF4-FFF2-40B4-BE49-F238E27FC236}">
                <a16:creationId xmlns:a16="http://schemas.microsoft.com/office/drawing/2014/main" id="{F3BC1C57-9960-4BD9-95BA-DE34FFCE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838825"/>
            <a:ext cx="235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记录成员工作，整理项目进展</a:t>
            </a:r>
          </a:p>
        </p:txBody>
      </p:sp>
      <p:sp>
        <p:nvSpPr>
          <p:cNvPr id="45" name="label-20">
            <a:extLst xmlns:a="http://schemas.openxmlformats.org/drawingml/2006/main">
              <a:ext uri="{FF2B5EF4-FFF2-40B4-BE49-F238E27FC236}">
                <a16:creationId xmlns:a16="http://schemas.microsoft.com/office/drawing/2014/main" id="{9918DC8A-A7F7-4517-B5CF-09C71FF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6753225"/>
            <a:ext cx="1362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成果接续</a:t>
            </a:r>
          </a:p>
        </p:txBody>
      </p:sp>
      <p:sp>
        <p:nvSpPr>
          <p:cNvPr id="46" name="body-21">
            <a:extLst xmlns:a="http://schemas.openxmlformats.org/drawingml/2006/main">
              <a:ext uri="{FF2B5EF4-FFF2-40B4-BE49-F238E27FC236}">
                <a16:creationId xmlns:a16="http://schemas.microsoft.com/office/drawing/2014/main" id="{A46CC353-F15F-4202-9FF8-C56D04F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72294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共享成果，也理解成果形成的过程</a:t>
            </a:r>
          </a:p>
        </p:txBody>
      </p:sp>
      <p:sp>
        <p:nvSpPr>
          <p:cNvPr id="47" name="label-22">
            <a:extLst xmlns:a="http://schemas.openxmlformats.org/drawingml/2006/main">
              <a:ext uri="{FF2B5EF4-FFF2-40B4-BE49-F238E27FC236}">
                <a16:creationId xmlns:a16="http://schemas.microsoft.com/office/drawing/2014/main" id="{F2B8E0E4-0691-4F8D-905C-8EBBC28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8010525"/>
            <a:ext cx="4886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分歧和证据，成为下一次探索的起点</a:t>
            </a:r>
          </a:p>
        </p:txBody>
      </p:sp>
      <p:sp>
        <p:nvSpPr>
          <p:cNvPr id="48" name="brand-background">
            <a:extLst xmlns:a="http://schemas.openxmlformats.org/drawingml/2006/main">
              <a:ext uri="{FF2B5EF4-FFF2-40B4-BE49-F238E27FC236}">
                <a16:creationId xmlns:a16="http://schemas.microsoft.com/office/drawing/2014/main" id="{F6E9759B-743A-4C95-B109-C5D8E61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53425"/>
            <a:ext cx="2552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page-background">
            <a:extLst xmlns:a="http://schemas.openxmlformats.org/drawingml/2006/main">
              <a:ext uri="{FF2B5EF4-FFF2-40B4-BE49-F238E27FC236}">
                <a16:creationId xmlns:a16="http://schemas.microsoft.com/office/drawing/2014/main" id="{39DABDE3-0B6E-4992-9233-78556421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353425"/>
            <a:ext cx="733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ECC557-4313-475E-A0BC-5B06B3F28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1b3f74789405c">
            <a:extLst>
              <a:ext uri="{96DAC541-7B7A-43D3-8B79-37D633B846F1}">
                <asvg:svgBlip xmlns:asvg="http://schemas.microsoft.com/office/drawing/2016/SVG/main" r:embed="R284ab244fb4049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8401050"/>
            <a:ext cx="342900" cy="274588"/>
          </a:xfrm>
          <a:prstGeom xmlns:a="http://schemas.openxmlformats.org/drawingml/2006/main" prst="rect">
            <a:avLst/>
          </a:prstGeom>
        </p:spPr>
      </p:pic>
      <p:sp>
        <p:nvSpPr>
          <p:cNvPr id="5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9A2CFFEA-BBFB-4B82-922A-01171CCA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1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2D9"/>
                </a:solidFill>
                <a:latin typeface="Arial"/>
                <a:ea typeface="Arial"/>
                <a:cs typeface="Arial"/>
              </a:rPr>
              <a:t>MethodAtlas</a:t>
            </a:r>
          </a:p>
        </p:txBody>
      </p:sp>
      <p:sp>
        <p:nvSpPr>
          <p:cNvPr id="5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7BDC76-B058-4222-A35C-5D7BA1B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84105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62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5339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10AEB-A7DD-4E3E-AFAD-42195B4C8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36040a1e048d7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text-background-0">
            <a:extLst xmlns:a="http://schemas.openxmlformats.org/drawingml/2006/main">
              <a:ext uri="{FF2B5EF4-FFF2-40B4-BE49-F238E27FC236}">
                <a16:creationId xmlns:a16="http://schemas.microsoft.com/office/drawing/2014/main" id="{4E8FE69F-917E-414A-921A-C91AC44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1000"/>
            <a:ext cx="1247775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AFD"/>
              </a:gs>
              <a:gs pos="33333">
                <a:srgbClr val="F9F9FD"/>
              </a:gs>
              <a:gs pos="50000">
                <a:srgbClr val="F8FAFD"/>
              </a:gs>
              <a:gs pos="66667">
                <a:srgbClr val="F9F9FD"/>
              </a:gs>
              <a:gs pos="83333">
                <a:srgbClr val="FAFBFD"/>
              </a:gs>
              <a:gs pos="100000">
                <a:srgbClr val="FDFD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background-1">
            <a:extLst xmlns:a="http://schemas.openxmlformats.org/drawingml/2006/main">
              <a:ext uri="{FF2B5EF4-FFF2-40B4-BE49-F238E27FC236}">
                <a16:creationId xmlns:a16="http://schemas.microsoft.com/office/drawing/2014/main" id="{46D39C0C-5938-461D-A84B-DF9CAED8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6267450" cy="1219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DFE"/>
              </a:gs>
              <a:gs pos="33333">
                <a:srgbClr val="FAFBFD"/>
              </a:gs>
              <a:gs pos="50000">
                <a:srgbClr val="FBFBFD"/>
              </a:gs>
              <a:gs pos="66667">
                <a:srgbClr val="FBFBFD"/>
              </a:gs>
              <a:gs pos="83333">
                <a:srgbClr val="FCFC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text-background-2">
            <a:extLst xmlns:a="http://schemas.openxmlformats.org/drawingml/2006/main">
              <a:ext uri="{FF2B5EF4-FFF2-40B4-BE49-F238E27FC236}">
                <a16:creationId xmlns:a16="http://schemas.microsoft.com/office/drawing/2014/main" id="{127107A7-A838-4868-B03B-7262345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81225"/>
            <a:ext cx="9601200" cy="114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EFE"/>
              </a:gs>
              <a:gs pos="33333">
                <a:srgbClr val="FDFDFD"/>
              </a:gs>
              <a:gs pos="50000">
                <a:srgbClr val="FEFEFE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DFF3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text-background-3">
            <a:extLst xmlns:a="http://schemas.openxmlformats.org/drawingml/2006/main">
              <a:ext uri="{FF2B5EF4-FFF2-40B4-BE49-F238E27FC236}">
                <a16:creationId xmlns:a16="http://schemas.microsoft.com/office/drawing/2014/main" id="{80B3305A-E7BE-4D3D-92DE-3E75B4C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48050"/>
            <a:ext cx="6200775" cy="47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BFB"/>
              </a:gs>
              <a:gs pos="33333">
                <a:srgbClr val="FAFAFB"/>
              </a:gs>
              <a:gs pos="50000">
                <a:srgbClr val="FAFAFB"/>
              </a:gs>
              <a:gs pos="66667">
                <a:srgbClr val="F9FAFA"/>
              </a:gs>
              <a:gs pos="83333">
                <a:srgbClr val="FDFDFD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6" name="text-background-4">
            <a:extLst xmlns:a="http://schemas.openxmlformats.org/drawingml/2006/main">
              <a:ext uri="{FF2B5EF4-FFF2-40B4-BE49-F238E27FC236}">
                <a16:creationId xmlns:a16="http://schemas.microsoft.com/office/drawing/2014/main" id="{1CB7F51B-5AE4-4766-A9F8-C074C43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81500"/>
            <a:ext cx="1504950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9FAFD"/>
              </a:gs>
              <a:gs pos="33333">
                <a:srgbClr val="F8F9FD"/>
              </a:gs>
              <a:gs pos="50000">
                <a:srgbClr val="F6F8FC"/>
              </a:gs>
              <a:gs pos="66667">
                <a:srgbClr val="F7F8FC"/>
              </a:gs>
              <a:gs pos="83333">
                <a:srgbClr val="FCFC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7" name="text-background-5">
            <a:extLst xmlns:a="http://schemas.openxmlformats.org/drawingml/2006/main">
              <a:ext uri="{FF2B5EF4-FFF2-40B4-BE49-F238E27FC236}">
                <a16:creationId xmlns:a16="http://schemas.microsoft.com/office/drawing/2014/main" id="{8ED5A5CB-5775-436C-8EC1-2B7CF001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14875"/>
            <a:ext cx="2990850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CFCFC"/>
              </a:gs>
              <a:gs pos="33333">
                <a:srgbClr val="FAFAFB"/>
              </a:gs>
              <a:gs pos="50000">
                <a:srgbClr val="F9F9FA"/>
              </a:gs>
              <a:gs pos="66667">
                <a:srgbClr val="FDFD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" name="text-background-6">
            <a:extLst xmlns:a="http://schemas.openxmlformats.org/drawingml/2006/main">
              <a:ext uri="{FF2B5EF4-FFF2-40B4-BE49-F238E27FC236}">
                <a16:creationId xmlns:a16="http://schemas.microsoft.com/office/drawing/2014/main" id="{1975BD8D-1899-4E77-93F4-99B425D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180975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9FAFD"/>
              </a:gs>
              <a:gs pos="33333">
                <a:srgbClr val="FCFCFD"/>
              </a:gs>
              <a:gs pos="50000">
                <a:srgbClr val="FDFDFE"/>
              </a:gs>
              <a:gs pos="66667">
                <a:srgbClr val="FBFBFE"/>
              </a:gs>
              <a:gs pos="83333">
                <a:srgbClr val="FCFC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text-background-7">
            <a:extLst xmlns:a="http://schemas.openxmlformats.org/drawingml/2006/main">
              <a:ext uri="{FF2B5EF4-FFF2-40B4-BE49-F238E27FC236}">
                <a16:creationId xmlns:a16="http://schemas.microsoft.com/office/drawing/2014/main" id="{DC27B1BF-126F-4A46-BFD1-B46D3319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00575"/>
            <a:ext cx="3324225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EFE"/>
              </a:gs>
              <a:gs pos="16667">
                <a:srgbClr val="FCFCFC"/>
              </a:gs>
              <a:gs pos="33333">
                <a:srgbClr val="F7F8FA"/>
              </a:gs>
              <a:gs pos="50000">
                <a:srgbClr val="F7F8F9"/>
              </a:gs>
              <a:gs pos="66667">
                <a:srgbClr val="FCFC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" name="text-background-8">
            <a:extLst xmlns:a="http://schemas.openxmlformats.org/drawingml/2006/main">
              <a:ext uri="{FF2B5EF4-FFF2-40B4-BE49-F238E27FC236}">
                <a16:creationId xmlns:a16="http://schemas.microsoft.com/office/drawing/2014/main" id="{5D0AECB0-A937-4DCD-BD64-361D9248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133725"/>
            <a:ext cx="1219200" cy="342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CFE"/>
              </a:gs>
              <a:gs pos="16667">
                <a:srgbClr val="FCFCFE"/>
              </a:gs>
              <a:gs pos="33333">
                <a:srgbClr val="FDFDFE"/>
              </a:gs>
              <a:gs pos="50000">
                <a:srgbClr val="FDFDFE"/>
              </a:gs>
              <a:gs pos="66667">
                <a:srgbClr val="FAFBFD"/>
              </a:gs>
              <a:gs pos="83333">
                <a:srgbClr val="FDFD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text-background-9">
            <a:extLst xmlns:a="http://schemas.openxmlformats.org/drawingml/2006/main">
              <a:ext uri="{FF2B5EF4-FFF2-40B4-BE49-F238E27FC236}">
                <a16:creationId xmlns:a16="http://schemas.microsoft.com/office/drawing/2014/main" id="{69524585-C0AE-47EC-B77C-013C8CF4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76625"/>
            <a:ext cx="2933700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AFE"/>
              </a:gs>
              <a:gs pos="16667">
                <a:srgbClr val="F7FAFD"/>
              </a:gs>
              <a:gs pos="33333">
                <a:srgbClr val="F7F9FC"/>
              </a:gs>
              <a:gs pos="50000">
                <a:srgbClr val="F7F9FC"/>
              </a:gs>
              <a:gs pos="66667">
                <a:srgbClr val="FAFBFD"/>
              </a:gs>
              <a:gs pos="83333">
                <a:srgbClr val="FCFDFE"/>
              </a:gs>
              <a:gs pos="100000">
                <a:srgbClr val="FDFD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-background-10">
            <a:extLst xmlns:a="http://schemas.openxmlformats.org/drawingml/2006/main">
              <a:ext uri="{FF2B5EF4-FFF2-40B4-BE49-F238E27FC236}">
                <a16:creationId xmlns:a16="http://schemas.microsoft.com/office/drawing/2014/main" id="{4921583C-7321-494D-AC90-5B89296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4648200"/>
            <a:ext cx="1562100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CFE"/>
              </a:gs>
              <a:gs pos="16667">
                <a:srgbClr val="F7F9FC"/>
              </a:gs>
              <a:gs pos="33333">
                <a:srgbClr val="F5F7FD"/>
              </a:gs>
              <a:gs pos="50000">
                <a:srgbClr val="F8F9FD"/>
              </a:gs>
              <a:gs pos="66667">
                <a:srgbClr val="F7F9FD"/>
              </a:gs>
              <a:gs pos="83333">
                <a:srgbClr val="FD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3" name="text-background-11">
            <a:extLst xmlns:a="http://schemas.openxmlformats.org/drawingml/2006/main">
              <a:ext uri="{FF2B5EF4-FFF2-40B4-BE49-F238E27FC236}">
                <a16:creationId xmlns:a16="http://schemas.microsoft.com/office/drawing/2014/main" id="{3DB01F99-97D7-4666-944E-A89CB7B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4991100"/>
            <a:ext cx="2409825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CFCFC"/>
              </a:gs>
              <a:gs pos="33333">
                <a:srgbClr val="F9FAFB"/>
              </a:gs>
              <a:gs pos="50000">
                <a:srgbClr val="F8F9FA"/>
              </a:gs>
              <a:gs pos="66667">
                <a:srgbClr val="FBFBFC"/>
              </a:gs>
              <a:gs pos="83333">
                <a:srgbClr val="FDFDFE"/>
              </a:gs>
              <a:gs pos="100000">
                <a:srgbClr val="FDFD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4" name="text-background-12">
            <a:extLst xmlns:a="http://schemas.openxmlformats.org/drawingml/2006/main">
              <a:ext uri="{FF2B5EF4-FFF2-40B4-BE49-F238E27FC236}">
                <a16:creationId xmlns:a16="http://schemas.microsoft.com/office/drawing/2014/main" id="{C5E401D6-F75C-40F7-9A56-00A34F9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248275"/>
            <a:ext cx="2228850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DFDFD"/>
              </a:gs>
              <a:gs pos="33333">
                <a:srgbClr val="FCFCFD"/>
              </a:gs>
              <a:gs pos="50000">
                <a:srgbClr val="FCFCFC"/>
              </a:gs>
              <a:gs pos="66667">
                <a:srgbClr val="FDFD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5" name="text-background-13">
            <a:extLst xmlns:a="http://schemas.openxmlformats.org/drawingml/2006/main">
              <a:ext uri="{FF2B5EF4-FFF2-40B4-BE49-F238E27FC236}">
                <a16:creationId xmlns:a16="http://schemas.microsoft.com/office/drawing/2014/main" id="{F533C1AF-6314-43DD-8B6B-4ADEDA6C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429375"/>
            <a:ext cx="142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16" name="text-background-14">
            <a:extLst xmlns:a="http://schemas.openxmlformats.org/drawingml/2006/main">
              <a:ext uri="{FF2B5EF4-FFF2-40B4-BE49-F238E27FC236}">
                <a16:creationId xmlns:a16="http://schemas.microsoft.com/office/drawing/2014/main" id="{079CF655-72A4-4796-B587-77B4669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639050"/>
            <a:ext cx="5686425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BFBFC"/>
              </a:gs>
              <a:gs pos="33333">
                <a:srgbClr val="F9FAFB"/>
              </a:gs>
              <a:gs pos="50000">
                <a:srgbClr val="F9FAFB"/>
              </a:gs>
              <a:gs pos="66667">
                <a:srgbClr val="FAFBFC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7" name="label-0">
            <a:extLst xmlns:a="http://schemas.openxmlformats.org/drawingml/2006/main">
              <a:ext uri="{FF2B5EF4-FFF2-40B4-BE49-F238E27FC236}">
                <a16:creationId xmlns:a16="http://schemas.microsoft.com/office/drawing/2014/main" id="{D093D005-B9A5-4783-9DEE-DCBD558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主动探索</a:t>
            </a:r>
          </a:p>
        </p:txBody>
      </p:sp>
      <p:sp>
        <p:nvSpPr>
          <p:cNvPr id="18" name="title-1">
            <a:extLst xmlns:a="http://schemas.openxmlformats.org/drawingml/2006/main">
              <a:ext uri="{FF2B5EF4-FFF2-40B4-BE49-F238E27FC236}">
                <a16:creationId xmlns:a16="http://schemas.microsoft.com/office/drawing/2014/main" id="{4852CCBF-E0AC-45D6-988D-8CD059B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913606"/>
            <a:ext cx="6219825" cy="1258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12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2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812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被放弃的路线</a:t>
            </a:r>
          </a:p>
        </p:txBody>
      </p:sp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3D2CADE4-5E29-482E-BA5F-E05FB80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33600"/>
            <a:ext cx="95535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500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0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7500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可能正在等一条新证据</a:t>
            </a:r>
          </a:p>
        </p:txBody>
      </p:sp>
      <p:sp>
        <p:nvSpPr>
          <p:cNvPr id="20" name="subtitle-3">
            <a:extLst xmlns:a="http://schemas.openxmlformats.org/drawingml/2006/main">
              <a:ext uri="{FF2B5EF4-FFF2-40B4-BE49-F238E27FC236}">
                <a16:creationId xmlns:a16="http://schemas.microsoft.com/office/drawing/2014/main" id="{FBDCA15C-E327-4BD8-9AC8-487D359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9090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持续项目记忆与主动科研探索，已实现</a:t>
            </a:r>
          </a:p>
        </p:txBody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9121D576-0E75-4950-A702-8FDC8769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30530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85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记住研究过程</a:t>
            </a:r>
          </a:p>
        </p:txBody>
      </p:sp>
      <p:sp>
        <p:nvSpPr>
          <p:cNvPr id="22" name="body-5">
            <a:extLst xmlns:a="http://schemas.openxmlformats.org/drawingml/2006/main">
              <a:ext uri="{FF2B5EF4-FFF2-40B4-BE49-F238E27FC236}">
                <a16:creationId xmlns:a16="http://schemas.microsoft.com/office/drawing/2014/main" id="{017310DB-9DF4-43FE-811D-F09B7DB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657725"/>
            <a:ext cx="2886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24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4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24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放弃的路线、未落地的念头、决策理由</a:t>
            </a:r>
          </a:p>
        </p:txBody>
      </p:sp>
      <p:sp>
        <p:nvSpPr>
          <p:cNvPr id="23" name="label-6">
            <a:extLst xmlns:a="http://schemas.openxmlformats.org/drawingml/2006/main">
              <a:ext uri="{FF2B5EF4-FFF2-40B4-BE49-F238E27FC236}">
                <a16:creationId xmlns:a16="http://schemas.microsoft.com/office/drawing/2014/main" id="{97065E94-A5F8-4BEF-B3FE-347587A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174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29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9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929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新论文主动关联</a:t>
            </a:r>
          </a:p>
        </p:txBody>
      </p:sp>
      <p:sp>
        <p:nvSpPr>
          <p:cNvPr id="24" name="body-7">
            <a:extLst xmlns:a="http://schemas.openxmlformats.org/drawingml/2006/main">
              <a:ext uri="{FF2B5EF4-FFF2-40B4-BE49-F238E27FC236}">
                <a16:creationId xmlns:a16="http://schemas.microsoft.com/office/drawing/2014/main" id="{506449A8-70CE-4E95-85FA-9F2F12C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434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22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2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22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联系旧实验，重新发现讨论中被忽略的想法</a:t>
            </a:r>
          </a:p>
        </p:txBody>
      </p:sp>
      <p:sp>
        <p:nvSpPr>
          <p:cNvPr id="25" name="label-8">
            <a:extLst xmlns:a="http://schemas.openxmlformats.org/drawingml/2006/main">
              <a:ext uri="{FF2B5EF4-FFF2-40B4-BE49-F238E27FC236}">
                <a16:creationId xmlns:a16="http://schemas.microsoft.com/office/drawing/2014/main" id="{A6E74D4B-A601-448B-A594-9EE0AE1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057525"/>
            <a:ext cx="1152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提醒团队</a:t>
            </a:r>
          </a:p>
        </p:txBody>
      </p:sp>
      <p:sp>
        <p:nvSpPr>
          <p:cNvPr id="26" name="body-9">
            <a:extLst xmlns:a="http://schemas.openxmlformats.org/drawingml/2006/main">
              <a:ext uri="{FF2B5EF4-FFF2-40B4-BE49-F238E27FC236}">
                <a16:creationId xmlns:a16="http://schemas.microsoft.com/office/drawing/2014/main" id="{8F9ADD61-787A-48BF-B29F-62F880D6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419475"/>
            <a:ext cx="2828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7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7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当时不成立的条件，现在也许变了</a:t>
            </a:r>
          </a:p>
        </p:txBody>
      </p:sp>
      <p:sp>
        <p:nvSpPr>
          <p:cNvPr id="27" name="label-10">
            <a:extLst xmlns:a="http://schemas.openxmlformats.org/drawingml/2006/main">
              <a:ext uri="{FF2B5EF4-FFF2-40B4-BE49-F238E27FC236}">
                <a16:creationId xmlns:a16="http://schemas.microsoft.com/office/drawing/2014/main" id="{EB171938-1188-42DC-8D4B-CC35E4D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72000"/>
            <a:ext cx="1495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2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925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挑战原有判断</a:t>
            </a:r>
          </a:p>
        </p:txBody>
      </p:sp>
      <p:sp>
        <p:nvSpPr>
          <p:cNvPr id="28" name="body-11">
            <a:extLst xmlns:a="http://schemas.openxmlformats.org/drawingml/2006/main">
              <a:ext uri="{FF2B5EF4-FFF2-40B4-BE49-F238E27FC236}">
                <a16:creationId xmlns:a16="http://schemas.microsoft.com/office/drawing/2014/main" id="{4619F851-1E19-47E0-8217-8F599A9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93395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7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379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指出证据缺口，提出替代解释</a:t>
            </a:r>
          </a:p>
        </p:txBody>
      </p:sp>
      <p:sp>
        <p:nvSpPr>
          <p:cNvPr id="29" name="body-12">
            <a:extLst xmlns:a="http://schemas.openxmlformats.org/drawingml/2006/main">
              <a:ext uri="{FF2B5EF4-FFF2-40B4-BE49-F238E27FC236}">
                <a16:creationId xmlns:a16="http://schemas.microsoft.com/office/drawing/2014/main" id="{4C9C08B6-6BBC-4632-88B6-EFCB5CE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191125"/>
            <a:ext cx="2124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拿出依据，接受团队质疑</a:t>
            </a:r>
          </a:p>
        </p:txBody>
      </p:sp>
      <p:sp>
        <p:nvSpPr>
          <p:cNvPr id="30" name="muted-label-13">
            <a:extLst xmlns:a="http://schemas.openxmlformats.org/drawingml/2006/main">
              <a:ext uri="{FF2B5EF4-FFF2-40B4-BE49-F238E27FC236}">
                <a16:creationId xmlns:a16="http://schemas.microsoft.com/office/drawing/2014/main" id="{9221556C-3685-4C34-A302-5217A2BF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353175"/>
            <a:ext cx="1362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93B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893B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7893BA"/>
                </a:solidFill>
                <a:latin typeface="PingFang SC"/>
                <a:ea typeface="PingFang SC"/>
                <a:cs typeface="PingFang SC"/>
              </a:rPr>
              <a:t>被放弃的路线</a:t>
            </a:r>
          </a:p>
        </p:txBody>
      </p:sp>
      <p:sp>
        <p:nvSpPr>
          <p:cNvPr id="31" name="muted-label-14">
            <a:extLst xmlns:a="http://schemas.openxmlformats.org/drawingml/2006/main">
              <a:ext uri="{FF2B5EF4-FFF2-40B4-BE49-F238E27FC236}">
                <a16:creationId xmlns:a16="http://schemas.microsoft.com/office/drawing/2014/main" id="{B1548188-B221-46CD-BD4D-A7816E4E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75628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37" b="1">
                <a:solidFill>
                  <a:srgbClr val="7893B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7" b="1">
                <a:solidFill>
                  <a:srgbClr val="7893BA"/>
                </a:solidFill>
                <a:latin typeface="PingFang SC"/>
                <a:ea typeface="PingFang SC"/>
                <a:cs typeface="PingFang SC"/>
              </a:defRPr>
            </a:pPr>
            <a:r>
              <a:rPr sz="2137" b="1">
                <a:solidFill>
                  <a:srgbClr val="7893BA"/>
                </a:solidFill>
                <a:latin typeface="PingFang SC"/>
                <a:ea typeface="PingFang SC"/>
                <a:cs typeface="PingFang SC"/>
              </a:rPr>
              <a:t>科研最怕的，是 AI 让我们在错误方向上更坚定</a:t>
            </a:r>
          </a:p>
        </p:txBody>
      </p:sp>
      <p:sp>
        <p:nvSpPr>
          <p:cNvPr id="32" name="brand-background">
            <a:extLst xmlns:a="http://schemas.openxmlformats.org/drawingml/2006/main">
              <a:ext uri="{FF2B5EF4-FFF2-40B4-BE49-F238E27FC236}">
                <a16:creationId xmlns:a16="http://schemas.microsoft.com/office/drawing/2014/main" id="{CEF662D4-13F6-40B4-A880-DAFE12E1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53425"/>
            <a:ext cx="2552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page-background">
            <a:extLst xmlns:a="http://schemas.openxmlformats.org/drawingml/2006/main">
              <a:ext uri="{FF2B5EF4-FFF2-40B4-BE49-F238E27FC236}">
                <a16:creationId xmlns:a16="http://schemas.microsoft.com/office/drawing/2014/main" id="{C17C0ED2-A81C-48CC-B96D-79C1871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353425"/>
            <a:ext cx="733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C25138-ED0A-4C1A-B0D0-283A109923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df8723b0145ab">
            <a:extLst>
              <a:ext uri="{96DAC541-7B7A-43D3-8B79-37D633B846F1}">
                <asvg:svgBlip xmlns:asvg="http://schemas.microsoft.com/office/drawing/2016/SVG/main" r:embed="R265a65edfdd5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8401050"/>
            <a:ext cx="342900" cy="274588"/>
          </a:xfrm>
          <a:prstGeom xmlns:a="http://schemas.openxmlformats.org/drawingml/2006/main" prst="rect">
            <a:avLst/>
          </a:prstGeom>
        </p:spPr>
      </p:pic>
      <p:sp>
        <p:nvSpPr>
          <p:cNvPr id="35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01D3D03C-37C0-49C2-A46C-5523129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1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2D9"/>
                </a:solidFill>
                <a:latin typeface="Arial"/>
                <a:ea typeface="Arial"/>
                <a:cs typeface="Arial"/>
              </a:rPr>
              <a:t>MethodAtlas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E0342C-6273-4753-9B02-85595AE7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84105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62D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90950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6F7543-C80D-4ED7-B3B1-5A6F11A0B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c27234fee4176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text-background-0">
            <a:extLst xmlns:a="http://schemas.openxmlformats.org/drawingml/2006/main">
              <a:ext uri="{FF2B5EF4-FFF2-40B4-BE49-F238E27FC236}">
                <a16:creationId xmlns:a16="http://schemas.microsoft.com/office/drawing/2014/main" id="{DA21D028-123D-4DF3-B1FF-0096579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1057275" cy="3714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EFE"/>
              </a:gs>
              <a:gs pos="33333">
                <a:srgbClr val="F9F9FA"/>
              </a:gs>
              <a:gs pos="50000">
                <a:srgbClr val="F9F9FA"/>
              </a:gs>
              <a:gs pos="66667">
                <a:srgbClr val="F9F9FA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background-1">
            <a:extLst xmlns:a="http://schemas.openxmlformats.org/drawingml/2006/main">
              <a:ext uri="{FF2B5EF4-FFF2-40B4-BE49-F238E27FC236}">
                <a16:creationId xmlns:a16="http://schemas.microsoft.com/office/drawing/2014/main" id="{F4631BCA-87DC-40E5-B279-BFDF615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81075"/>
            <a:ext cx="6229350" cy="12287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EFEFE"/>
              </a:gs>
              <a:gs pos="33333">
                <a:srgbClr val="FDFDFE"/>
              </a:gs>
              <a:gs pos="50000">
                <a:srgbClr val="FBFBFD"/>
              </a:gs>
              <a:gs pos="66667">
                <a:srgbClr val="FEFDFE"/>
              </a:gs>
              <a:gs pos="83333">
                <a:srgbClr val="FDFDFE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text-background-2">
            <a:extLst xmlns:a="http://schemas.openxmlformats.org/drawingml/2006/main">
              <a:ext uri="{FF2B5EF4-FFF2-40B4-BE49-F238E27FC236}">
                <a16:creationId xmlns:a16="http://schemas.microsoft.com/office/drawing/2014/main" id="{1C4BB4D2-7838-4B2C-AB0D-C27667C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81225"/>
            <a:ext cx="6229350" cy="12287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CFCFD"/>
              </a:gs>
              <a:gs pos="33333">
                <a:srgbClr val="FDFDFE"/>
              </a:gs>
              <a:gs pos="50000">
                <a:srgbClr val="FEFEFE"/>
              </a:gs>
              <a:gs pos="66667">
                <a:srgbClr val="FEFEFE"/>
              </a:gs>
              <a:gs pos="83333">
                <a:srgbClr val="FBFBFD"/>
              </a:gs>
              <a:gs pos="100000">
                <a:srgbClr val="FEFEF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text-background-3">
            <a:extLst xmlns:a="http://schemas.openxmlformats.org/drawingml/2006/main">
              <a:ext uri="{FF2B5EF4-FFF2-40B4-BE49-F238E27FC236}">
                <a16:creationId xmlns:a16="http://schemas.microsoft.com/office/drawing/2014/main" id="{37C2DF6E-9F39-46FE-81B1-19EAE41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33775"/>
            <a:ext cx="4810125" cy="4476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BFC"/>
              </a:gs>
              <a:gs pos="33333">
                <a:srgbClr val="FAFAFB"/>
              </a:gs>
              <a:gs pos="50000">
                <a:srgbClr val="F8F8FA"/>
              </a:gs>
              <a:gs pos="66667">
                <a:srgbClr val="FAFAFB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6" name="text-background-4">
            <a:extLst xmlns:a="http://schemas.openxmlformats.org/drawingml/2006/main">
              <a:ext uri="{FF2B5EF4-FFF2-40B4-BE49-F238E27FC236}">
                <a16:creationId xmlns:a16="http://schemas.microsoft.com/office/drawing/2014/main" id="{C04E2055-BEF3-45AF-A0DE-7FA7D57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7200"/>
            <a:ext cx="4695825" cy="3333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FEFE"/>
              </a:gs>
              <a:gs pos="16667">
                <a:srgbClr val="FBFCFD"/>
              </a:gs>
              <a:gs pos="33333">
                <a:srgbClr val="FAFAFD"/>
              </a:gs>
              <a:gs pos="50000">
                <a:srgbClr val="F9FAFD"/>
              </a:gs>
              <a:gs pos="66667">
                <a:srgbClr val="FAFB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7" name="text-background-5">
            <a:extLst xmlns:a="http://schemas.openxmlformats.org/drawingml/2006/main">
              <a:ext uri="{FF2B5EF4-FFF2-40B4-BE49-F238E27FC236}">
                <a16:creationId xmlns:a16="http://schemas.microsoft.com/office/drawing/2014/main" id="{E5FB3403-8CFB-4CB8-A40F-65C0C5F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77125"/>
            <a:ext cx="1133475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E"/>
              </a:gs>
              <a:gs pos="16667">
                <a:srgbClr val="F9FAFD"/>
              </a:gs>
              <a:gs pos="33333">
                <a:srgbClr val="F7F8FD"/>
              </a:gs>
              <a:gs pos="50000">
                <a:srgbClr val="F7F9FD"/>
              </a:gs>
              <a:gs pos="66667">
                <a:srgbClr val="F9FA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" name="text-background-6">
            <a:extLst xmlns:a="http://schemas.openxmlformats.org/drawingml/2006/main">
              <a:ext uri="{FF2B5EF4-FFF2-40B4-BE49-F238E27FC236}">
                <a16:creationId xmlns:a16="http://schemas.microsoft.com/office/drawing/2014/main" id="{7CBDDF86-69DF-4B20-97C4-0F252F7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7867650"/>
            <a:ext cx="2266950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AFBFC"/>
              </a:gs>
              <a:gs pos="33333">
                <a:srgbClr val="F8F8FA"/>
              </a:gs>
              <a:gs pos="50000">
                <a:srgbClr val="FAFAFB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" name="text-background-7">
            <a:extLst xmlns:a="http://schemas.openxmlformats.org/drawingml/2006/main">
              <a:ext uri="{FF2B5EF4-FFF2-40B4-BE49-F238E27FC236}">
                <a16:creationId xmlns:a16="http://schemas.microsoft.com/office/drawing/2014/main" id="{0A53D535-BFAA-4F93-B1A1-132FA2D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77125"/>
            <a:ext cx="1162050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AFBFE"/>
              </a:gs>
              <a:gs pos="16667">
                <a:srgbClr val="FBFBFE"/>
              </a:gs>
              <a:gs pos="33333">
                <a:srgbClr val="F9FAFD"/>
              </a:gs>
              <a:gs pos="50000">
                <a:srgbClr val="F8F9FD"/>
              </a:gs>
              <a:gs pos="66667">
                <a:srgbClr val="FAFAFD"/>
              </a:gs>
              <a:gs pos="83333">
                <a:srgbClr val="FEFD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" name="text-background-8">
            <a:extLst xmlns:a="http://schemas.openxmlformats.org/drawingml/2006/main">
              <a:ext uri="{FF2B5EF4-FFF2-40B4-BE49-F238E27FC236}">
                <a16:creationId xmlns:a16="http://schemas.microsoft.com/office/drawing/2014/main" id="{58D62F29-35CA-450D-BD7F-FBCC614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7867650"/>
            <a:ext cx="2486025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E"/>
              </a:gs>
              <a:gs pos="16667">
                <a:srgbClr val="FBFCFD"/>
              </a:gs>
              <a:gs pos="33333">
                <a:srgbClr val="FAFBFB"/>
              </a:gs>
              <a:gs pos="50000">
                <a:srgbClr val="FAFAFB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1" name="text-background-9">
            <a:extLst xmlns:a="http://schemas.openxmlformats.org/drawingml/2006/main">
              <a:ext uri="{FF2B5EF4-FFF2-40B4-BE49-F238E27FC236}">
                <a16:creationId xmlns:a16="http://schemas.microsoft.com/office/drawing/2014/main" id="{C5358412-70E3-4FD3-B461-9E8ADE9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477125"/>
            <a:ext cx="1390650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E"/>
              </a:gs>
              <a:gs pos="16667">
                <a:srgbClr val="FBFBFD"/>
              </a:gs>
              <a:gs pos="33333">
                <a:srgbClr val="FAFAFD"/>
              </a:gs>
              <a:gs pos="50000">
                <a:srgbClr val="FAFBFD"/>
              </a:gs>
              <a:gs pos="66667">
                <a:srgbClr val="FBFC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-background-10">
            <a:extLst xmlns:a="http://schemas.openxmlformats.org/drawingml/2006/main">
              <a:ext uri="{FF2B5EF4-FFF2-40B4-BE49-F238E27FC236}">
                <a16:creationId xmlns:a16="http://schemas.microsoft.com/office/drawing/2014/main" id="{AAF6C628-5881-498C-B5C8-B3B3650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867650"/>
            <a:ext cx="2295525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BFBFC"/>
              </a:gs>
              <a:gs pos="33333">
                <a:srgbClr val="FAFBFC"/>
              </a:gs>
              <a:gs pos="50000">
                <a:srgbClr val="FAFBFC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3" name="text-background-11">
            <a:extLst xmlns:a="http://schemas.openxmlformats.org/drawingml/2006/main">
              <a:ext uri="{FF2B5EF4-FFF2-40B4-BE49-F238E27FC236}">
                <a16:creationId xmlns:a16="http://schemas.microsoft.com/office/drawing/2014/main" id="{E2E4D19D-839E-40CB-9CED-6649218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477125"/>
            <a:ext cx="2466975" cy="3524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AFAFD"/>
              </a:gs>
              <a:gs pos="16667">
                <a:srgbClr val="F9FAFD"/>
              </a:gs>
              <a:gs pos="33333">
                <a:srgbClr val="F9FAFD"/>
              </a:gs>
              <a:gs pos="50000">
                <a:srgbClr val="F7F9FD"/>
              </a:gs>
              <a:gs pos="66667">
                <a:srgbClr val="FCFCFD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4" name="text-background-12">
            <a:extLst xmlns:a="http://schemas.openxmlformats.org/drawingml/2006/main">
              <a:ext uri="{FF2B5EF4-FFF2-40B4-BE49-F238E27FC236}">
                <a16:creationId xmlns:a16="http://schemas.microsoft.com/office/drawing/2014/main" id="{A6648ACF-7EA7-4DCE-8B96-9571097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867650"/>
            <a:ext cx="2762250" cy="3143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DFDFD"/>
              </a:gs>
              <a:gs pos="16667">
                <a:srgbClr val="FBFBFC"/>
              </a:gs>
              <a:gs pos="33333">
                <a:srgbClr val="FAFBFB"/>
              </a:gs>
              <a:gs pos="50000">
                <a:srgbClr val="FBFCFD"/>
              </a:gs>
              <a:gs pos="66667">
                <a:srgbClr val="FEFEFE"/>
              </a:gs>
              <a:gs pos="83333">
                <a:srgbClr val="FEFEFE"/>
              </a:gs>
              <a:gs pos="100000">
                <a:srgbClr val="FEFEFE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0282D233-1848-4C8D-900F-69DCF7FD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05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1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819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共同目标</a:t>
            </a:r>
          </a:p>
        </p:txBody>
      </p:sp>
      <p:sp>
        <p:nvSpPr>
          <p:cNvPr id="16" name="title-1">
            <a:extLst xmlns:a="http://schemas.openxmlformats.org/drawingml/2006/main">
              <a:ext uri="{FF2B5EF4-FFF2-40B4-BE49-F238E27FC236}">
                <a16:creationId xmlns:a16="http://schemas.microsoft.com/office/drawing/2014/main" id="{4CB6414D-DB75-478F-A103-BE3202BE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903192"/>
            <a:ext cx="6181725" cy="1251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个人可以离开</a:t>
            </a:r>
          </a:p>
        </p:txBody>
      </p:sp>
      <p:sp>
        <p:nvSpPr>
          <p:cNvPr id="17" name="title-2">
            <a:extLst xmlns:a="http://schemas.openxmlformats.org/drawingml/2006/main">
              <a:ext uri="{FF2B5EF4-FFF2-40B4-BE49-F238E27FC236}">
                <a16:creationId xmlns:a16="http://schemas.microsoft.com/office/drawing/2014/main" id="{EA20C538-15F7-4447-A629-C85338B7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03342"/>
            <a:ext cx="6181725" cy="1251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8075" b="1">
                <a:ln w="11906">
                  <a:solidFill>
                    <a:srgbClr val="002BC0"/>
                  </a:solidFill>
                </a:ln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探索不必归零</a:t>
            </a:r>
          </a:p>
        </p:txBody>
      </p:sp>
      <p:sp>
        <p:nvSpPr>
          <p:cNvPr id="18" name="subtitle-3">
            <a:extLst xmlns:a="http://schemas.openxmlformats.org/drawingml/2006/main">
              <a:ext uri="{FF2B5EF4-FFF2-40B4-BE49-F238E27FC236}">
                <a16:creationId xmlns:a16="http://schemas.microsoft.com/office/drawing/2014/main" id="{370F7B0D-E5D0-4BCD-8783-59FACCB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4705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94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4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2394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让 Agent 服务团队持续探索的目标</a:t>
            </a:r>
          </a:p>
        </p:txBody>
      </p:sp>
      <p:sp>
        <p:nvSpPr>
          <p:cNvPr id="19" name="label-4">
            <a:extLst xmlns:a="http://schemas.openxmlformats.org/drawingml/2006/main">
              <a:ext uri="{FF2B5EF4-FFF2-40B4-BE49-F238E27FC236}">
                <a16:creationId xmlns:a16="http://schemas.microsoft.com/office/drawing/2014/main" id="{687CB9C6-1B24-47D9-8530-16235F4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81000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07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7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1907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从一次提问的答案，到一个团队持续的发现</a:t>
            </a:r>
          </a:p>
        </p:txBody>
      </p:sp>
      <p:sp>
        <p:nvSpPr>
          <p:cNvPr id="20" name="label-5">
            <a:extLst xmlns:a="http://schemas.openxmlformats.org/drawingml/2006/main">
              <a:ext uri="{FF2B5EF4-FFF2-40B4-BE49-F238E27FC236}">
                <a16:creationId xmlns:a16="http://schemas.microsoft.com/office/drawing/2014/main" id="{58522429-FCA2-4D7B-A8D7-536DFCC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4009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44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44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044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执行能力</a:t>
            </a:r>
          </a:p>
        </p:txBody>
      </p:sp>
      <p:sp>
        <p:nvSpPr>
          <p:cNvPr id="21" name="body-6">
            <a:extLst xmlns:a="http://schemas.openxmlformats.org/drawingml/2006/main">
              <a:ext uri="{FF2B5EF4-FFF2-40B4-BE49-F238E27FC236}">
                <a16:creationId xmlns:a16="http://schemas.microsoft.com/office/drawing/2014/main" id="{A4D73AEA-9974-4006-8ED3-A416B76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10500"/>
            <a:ext cx="2162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把研究需求变成行动与成果</a:t>
            </a:r>
          </a:p>
        </p:txBody>
      </p:sp>
      <p:sp>
        <p:nvSpPr>
          <p:cNvPr id="22" name="label-7">
            <a:extLst xmlns:a="http://schemas.openxmlformats.org/drawingml/2006/main">
              <a:ext uri="{FF2B5EF4-FFF2-40B4-BE49-F238E27FC236}">
                <a16:creationId xmlns:a16="http://schemas.microsoft.com/office/drawing/2014/main" id="{FE3DD383-CCCE-4C9F-9CCA-C2276DE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400925"/>
            <a:ext cx="109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科研闭环</a:t>
            </a:r>
          </a:p>
        </p:txBody>
      </p:sp>
      <p:sp>
        <p:nvSpPr>
          <p:cNvPr id="23" name="body-8">
            <a:extLst xmlns:a="http://schemas.openxmlformats.org/drawingml/2006/main">
              <a:ext uri="{FF2B5EF4-FFF2-40B4-BE49-F238E27FC236}">
                <a16:creationId xmlns:a16="http://schemas.microsoft.com/office/drawing/2014/main" id="{7FCECB48-121D-435F-B29C-E72D4849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81050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接续阅读、实验与写作的证据</a:t>
            </a:r>
          </a:p>
        </p:txBody>
      </p:sp>
      <p:sp>
        <p:nvSpPr>
          <p:cNvPr id="24" name="label-9">
            <a:extLst xmlns:a="http://schemas.openxmlformats.org/drawingml/2006/main">
              <a:ext uri="{FF2B5EF4-FFF2-40B4-BE49-F238E27FC236}">
                <a16:creationId xmlns:a16="http://schemas.microsoft.com/office/drawing/2014/main" id="{808D9474-1135-4AC3-B197-D87BBCED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400925"/>
            <a:ext cx="1323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4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40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040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团队上下文</a:t>
            </a:r>
          </a:p>
        </p:txBody>
      </p:sp>
      <p:sp>
        <p:nvSpPr>
          <p:cNvPr id="25" name="body-10">
            <a:extLst xmlns:a="http://schemas.openxmlformats.org/drawingml/2006/main">
              <a:ext uri="{FF2B5EF4-FFF2-40B4-BE49-F238E27FC236}">
                <a16:creationId xmlns:a16="http://schemas.microsoft.com/office/drawing/2014/main" id="{FD1D4CF9-32DF-4F2C-8F1E-790ADB70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781050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1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19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让不同成员的视角相互关联</a:t>
            </a:r>
          </a:p>
        </p:txBody>
      </p:sp>
      <p:sp>
        <p:nvSpPr>
          <p:cNvPr id="26" name="label-11">
            <a:extLst xmlns:a="http://schemas.openxmlformats.org/drawingml/2006/main">
              <a:ext uri="{FF2B5EF4-FFF2-40B4-BE49-F238E27FC236}">
                <a16:creationId xmlns:a16="http://schemas.microsoft.com/office/drawing/2014/main" id="{394257C2-04B9-45DE-8AF6-9EBB474D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7400925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7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75" b="1">
                <a:solidFill>
                  <a:srgbClr val="002BC0"/>
                </a:solidFill>
                <a:latin typeface="PingFang SC"/>
                <a:ea typeface="PingFang SC"/>
                <a:cs typeface="PingFang SC"/>
              </a:defRPr>
            </a:pPr>
            <a:r>
              <a:rPr sz="2075" b="1">
                <a:solidFill>
                  <a:srgbClr val="002BC0"/>
                </a:solidFill>
                <a:latin typeface="PingFang SC"/>
                <a:ea typeface="PingFang SC"/>
                <a:cs typeface="PingFang SC"/>
              </a:rPr>
              <a:t>持续记忆与主动探索</a:t>
            </a:r>
          </a:p>
        </p:txBody>
      </p:sp>
      <p:sp>
        <p:nvSpPr>
          <p:cNvPr id="27" name="body-12">
            <a:extLst xmlns:a="http://schemas.openxmlformats.org/drawingml/2006/main">
              <a:ext uri="{FF2B5EF4-FFF2-40B4-BE49-F238E27FC236}">
                <a16:creationId xmlns:a16="http://schemas.microsoft.com/office/drawing/2014/main" id="{F7A779CF-B167-45CE-A88F-5418C58C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810500"/>
            <a:ext cx="2657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79" b="0">
                <a:solidFill>
                  <a:srgbClr val="465372"/>
                </a:solidFill>
                <a:latin typeface="PingFang SC"/>
                <a:ea typeface="PingFang SC"/>
                <a:cs typeface="PingFang SC"/>
              </a:defRPr>
            </a:pPr>
            <a:r>
              <a:rPr sz="1479" b="0">
                <a:solidFill>
                  <a:srgbClr val="465372"/>
                </a:solidFill>
                <a:latin typeface="PingFang SC"/>
                <a:ea typeface="PingFang SC"/>
                <a:cs typeface="PingFang SC"/>
              </a:rPr>
              <a:t>让过去的探索，参与今天的判断</a:t>
            </a:r>
          </a:p>
        </p:txBody>
      </p:sp>
      <p:sp>
        <p:nvSpPr>
          <p:cNvPr id="28" name="brand-background">
            <a:extLst xmlns:a="http://schemas.openxmlformats.org/drawingml/2006/main">
              <a:ext uri="{FF2B5EF4-FFF2-40B4-BE49-F238E27FC236}">
                <a16:creationId xmlns:a16="http://schemas.microsoft.com/office/drawing/2014/main" id="{1A8BE70F-B7E0-49C6-BB77-7AA2B28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53425"/>
            <a:ext cx="2552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page-background">
            <a:extLst xmlns:a="http://schemas.openxmlformats.org/drawingml/2006/main">
              <a:ext uri="{FF2B5EF4-FFF2-40B4-BE49-F238E27FC236}">
                <a16:creationId xmlns:a16="http://schemas.microsoft.com/office/drawing/2014/main" id="{25F692C7-FEDC-4E42-8148-0AB09C0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353425"/>
            <a:ext cx="7334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32E48-4094-4767-BC74-583CBC5D3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18453d9fe4527">
            <a:extLst>
              <a:ext uri="{96DAC541-7B7A-43D3-8B79-37D633B846F1}">
                <asvg:svgBlip xmlns:asvg="http://schemas.microsoft.com/office/drawing/2016/SVG/main" r:embed="Rb0daebd8977c48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8401050"/>
            <a:ext cx="342900" cy="274588"/>
          </a:xfrm>
          <a:prstGeom xmlns:a="http://schemas.openxmlformats.org/drawingml/2006/main" prst="rect">
            <a:avLst/>
          </a:prstGeom>
        </p:spPr>
      </p:pic>
      <p:sp>
        <p:nvSpPr>
          <p:cNvPr id="31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6862C72C-03F6-4A21-9686-BED890E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1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62D9"/>
                </a:solidFill>
                <a:latin typeface="Arial"/>
                <a:ea typeface="Arial"/>
                <a:cs typeface="Arial"/>
              </a:rPr>
              <a:t>MethodAtlas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E1A947-545D-445F-A31A-34959957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84105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2162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162D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1092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2026-10-13T05:09:04.4520000Z</dcterms:created>
  <dcterms:modified xsi:type="dcterms:W3CDTF">2026-10-13T05:09:04.4520000Z</dcterms:modified>
</coreProperties>
</file>